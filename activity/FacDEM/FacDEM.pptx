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8" r:id="rId4"/>
  </p:sldMasterIdLst>
  <p:notesMasterIdLst>
    <p:notesMasterId r:id="rId25"/>
  </p:notesMasterIdLst>
  <p:handoutMasterIdLst>
    <p:handoutMasterId r:id="rId26"/>
  </p:handoutMasterIdLst>
  <p:sldIdLst>
    <p:sldId id="314" r:id="rId5"/>
    <p:sldId id="346" r:id="rId6"/>
    <p:sldId id="333" r:id="rId7"/>
    <p:sldId id="337" r:id="rId8"/>
    <p:sldId id="373" r:id="rId9"/>
    <p:sldId id="349" r:id="rId10"/>
    <p:sldId id="354" r:id="rId11"/>
    <p:sldId id="364" r:id="rId12"/>
    <p:sldId id="361" r:id="rId13"/>
    <p:sldId id="374" r:id="rId14"/>
    <p:sldId id="376" r:id="rId15"/>
    <p:sldId id="375" r:id="rId16"/>
    <p:sldId id="377" r:id="rId17"/>
    <p:sldId id="378" r:id="rId18"/>
    <p:sldId id="379" r:id="rId19"/>
    <p:sldId id="380" r:id="rId20"/>
    <p:sldId id="351" r:id="rId21"/>
    <p:sldId id="352" r:id="rId22"/>
    <p:sldId id="335" r:id="rId23"/>
    <p:sldId id="332" r:id="rId24"/>
  </p:sldIdLst>
  <p:sldSz cx="12192000" cy="6858000"/>
  <p:notesSz cx="6858000" cy="9144000"/>
  <p:defaultText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6194743-3C7C-499C-B327-CF08643433A4}">
          <p14:sldIdLst>
            <p14:sldId id="314"/>
            <p14:sldId id="346"/>
            <p14:sldId id="333"/>
            <p14:sldId id="337"/>
            <p14:sldId id="373"/>
            <p14:sldId id="349"/>
            <p14:sldId id="354"/>
            <p14:sldId id="364"/>
            <p14:sldId id="361"/>
            <p14:sldId id="374"/>
            <p14:sldId id="376"/>
            <p14:sldId id="375"/>
            <p14:sldId id="377"/>
            <p14:sldId id="378"/>
            <p14:sldId id="379"/>
            <p14:sldId id="380"/>
            <p14:sldId id="351"/>
            <p14:sldId id="352"/>
            <p14:sldId id="335"/>
            <p14:sldId id="33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0F0F0"/>
    <a:srgbClr val="990000"/>
    <a:srgbClr val="F8F8F8"/>
    <a:srgbClr val="FAFAFA"/>
    <a:srgbClr val="EEEEEE"/>
    <a:srgbClr val="E8E8E8"/>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67" autoAdjust="0"/>
    <p:restoredTop sz="95033" autoAdjust="0"/>
  </p:normalViewPr>
  <p:slideViewPr>
    <p:cSldViewPr snapToGrid="0" showGuides="1">
      <p:cViewPr varScale="1">
        <p:scale>
          <a:sx n="107" d="100"/>
          <a:sy n="107" d="100"/>
        </p:scale>
        <p:origin x="840" y="102"/>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90" d="100"/>
          <a:sy n="90" d="100"/>
        </p:scale>
        <p:origin x="3774" y="78"/>
      </p:cViewPr>
      <p:guideLst/>
    </p:cSldViewPr>
  </p:notesViewPr>
  <p:gridSpacing cx="1522800" cy="1522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AB3E6E3-061B-41A2-BBDC-C5312A04A40A}" type="datetime1">
              <a:rPr lang="es-ES" smtClean="0"/>
              <a:t>01/02/2023</a:t>
            </a:fld>
            <a:endParaRPr lang="es-ES" dirty="0"/>
          </a:p>
        </p:txBody>
      </p:sp>
      <p:sp>
        <p:nvSpPr>
          <p:cNvPr id="4" name="Marcador de posición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78FE58C-C1A6-4C4C-90C2-B7F5B0504B2D}" type="slidenum">
              <a:rPr lang="es-ES" smtClean="0"/>
              <a:t>‹#›</a:t>
            </a:fld>
            <a:endParaRPr lang="es-ES" dirty="0"/>
          </a:p>
        </p:txBody>
      </p:sp>
    </p:spTree>
    <p:extLst>
      <p:ext uri="{BB962C8B-B14F-4D97-AF65-F5344CB8AC3E}">
        <p14:creationId xmlns:p14="http://schemas.microsoft.com/office/powerpoint/2010/main" val="40346050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2145992C-CBBF-4F24-8325-F5CB0EAAC0E9}" type="datetime1">
              <a:rPr lang="es-ES" noProof="0" smtClean="0"/>
              <a:t>01/02/2023</a:t>
            </a:fld>
            <a:endParaRPr lang="es-ES" noProof="0"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_tradn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Editar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10E1E9A-E921-4174-A0FC-51868D7AC568}" type="slidenum">
              <a:rPr lang="es-ES" noProof="0" smtClean="0"/>
              <a:t>‹#›</a:t>
            </a:fld>
            <a:endParaRPr lang="es-ES" noProof="0" dirty="0"/>
          </a:p>
        </p:txBody>
      </p:sp>
    </p:spTree>
    <p:extLst>
      <p:ext uri="{BB962C8B-B14F-4D97-AF65-F5344CB8AC3E}">
        <p14:creationId xmlns:p14="http://schemas.microsoft.com/office/powerpoint/2010/main" val="373786009"/>
      </p:ext>
    </p:extLst>
  </p:cSld>
  <p:clrMap bg1="lt1" tx1="dk1" bg2="lt2" tx2="dk2" accent1="accent1" accent2="accent2" accent3="accent3" accent4="accent4" accent5="accent5" accent6="accent6" hlink="hlink" folHlink="folHlink"/>
  <p:hf hdr="0" ftr="0" dt="0"/>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a:t>
            </a:fld>
            <a:endParaRPr lang="es-ES" noProof="0" dirty="0"/>
          </a:p>
        </p:txBody>
      </p:sp>
    </p:spTree>
    <p:extLst>
      <p:ext uri="{BB962C8B-B14F-4D97-AF65-F5344CB8AC3E}">
        <p14:creationId xmlns:p14="http://schemas.microsoft.com/office/powerpoint/2010/main" val="644216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2</a:t>
            </a:fld>
            <a:endParaRPr lang="es-ES" noProof="0" dirty="0"/>
          </a:p>
        </p:txBody>
      </p:sp>
    </p:spTree>
    <p:extLst>
      <p:ext uri="{BB962C8B-B14F-4D97-AF65-F5344CB8AC3E}">
        <p14:creationId xmlns:p14="http://schemas.microsoft.com/office/powerpoint/2010/main" val="2412363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3</a:t>
            </a:fld>
            <a:endParaRPr lang="es-ES" noProof="0" dirty="0"/>
          </a:p>
        </p:txBody>
      </p:sp>
    </p:spTree>
    <p:extLst>
      <p:ext uri="{BB962C8B-B14F-4D97-AF65-F5344CB8AC3E}">
        <p14:creationId xmlns:p14="http://schemas.microsoft.com/office/powerpoint/2010/main" val="173423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4</a:t>
            </a:fld>
            <a:endParaRPr lang="es-ES" noProof="0" dirty="0"/>
          </a:p>
        </p:txBody>
      </p:sp>
    </p:spTree>
    <p:extLst>
      <p:ext uri="{BB962C8B-B14F-4D97-AF65-F5344CB8AC3E}">
        <p14:creationId xmlns:p14="http://schemas.microsoft.com/office/powerpoint/2010/main" val="2732756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5</a:t>
            </a:fld>
            <a:endParaRPr lang="es-ES" noProof="0" dirty="0"/>
          </a:p>
        </p:txBody>
      </p:sp>
    </p:spTree>
    <p:extLst>
      <p:ext uri="{BB962C8B-B14F-4D97-AF65-F5344CB8AC3E}">
        <p14:creationId xmlns:p14="http://schemas.microsoft.com/office/powerpoint/2010/main" val="1875224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6</a:t>
            </a:fld>
            <a:endParaRPr lang="es-ES" noProof="0" dirty="0"/>
          </a:p>
        </p:txBody>
      </p:sp>
    </p:spTree>
    <p:extLst>
      <p:ext uri="{BB962C8B-B14F-4D97-AF65-F5344CB8AC3E}">
        <p14:creationId xmlns:p14="http://schemas.microsoft.com/office/powerpoint/2010/main" val="2646608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7</a:t>
            </a:fld>
            <a:endParaRPr lang="es-ES" noProof="0" dirty="0"/>
          </a:p>
        </p:txBody>
      </p:sp>
    </p:spTree>
    <p:extLst>
      <p:ext uri="{BB962C8B-B14F-4D97-AF65-F5344CB8AC3E}">
        <p14:creationId xmlns:p14="http://schemas.microsoft.com/office/powerpoint/2010/main" val="2483053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8</a:t>
            </a:fld>
            <a:endParaRPr lang="es-ES" noProof="0" dirty="0"/>
          </a:p>
        </p:txBody>
      </p:sp>
    </p:spTree>
    <p:extLst>
      <p:ext uri="{BB962C8B-B14F-4D97-AF65-F5344CB8AC3E}">
        <p14:creationId xmlns:p14="http://schemas.microsoft.com/office/powerpoint/2010/main" val="3160048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9</a:t>
            </a:fld>
            <a:endParaRPr lang="es-ES" noProof="0" dirty="0"/>
          </a:p>
        </p:txBody>
      </p:sp>
    </p:spTree>
    <p:extLst>
      <p:ext uri="{BB962C8B-B14F-4D97-AF65-F5344CB8AC3E}">
        <p14:creationId xmlns:p14="http://schemas.microsoft.com/office/powerpoint/2010/main" val="4246442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10</a:t>
            </a:fld>
            <a:endParaRPr lang="es-ES" noProof="0" dirty="0"/>
          </a:p>
        </p:txBody>
      </p:sp>
    </p:spTree>
    <p:extLst>
      <p:ext uri="{BB962C8B-B14F-4D97-AF65-F5344CB8AC3E}">
        <p14:creationId xmlns:p14="http://schemas.microsoft.com/office/powerpoint/2010/main" val="840177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11</a:t>
            </a:fld>
            <a:endParaRPr lang="es-ES" noProof="0" dirty="0"/>
          </a:p>
        </p:txBody>
      </p:sp>
    </p:spTree>
    <p:extLst>
      <p:ext uri="{BB962C8B-B14F-4D97-AF65-F5344CB8AC3E}">
        <p14:creationId xmlns:p14="http://schemas.microsoft.com/office/powerpoint/2010/main" val="835243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12</a:t>
            </a:fld>
            <a:endParaRPr lang="es-ES" noProof="0" dirty="0"/>
          </a:p>
        </p:txBody>
      </p:sp>
    </p:spTree>
    <p:extLst>
      <p:ext uri="{BB962C8B-B14F-4D97-AF65-F5344CB8AC3E}">
        <p14:creationId xmlns:p14="http://schemas.microsoft.com/office/powerpoint/2010/main" val="2293387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13</a:t>
            </a:fld>
            <a:endParaRPr lang="es-ES" noProof="0" dirty="0"/>
          </a:p>
        </p:txBody>
      </p:sp>
    </p:spTree>
    <p:extLst>
      <p:ext uri="{BB962C8B-B14F-4D97-AF65-F5344CB8AC3E}">
        <p14:creationId xmlns:p14="http://schemas.microsoft.com/office/powerpoint/2010/main" val="4096866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14</a:t>
            </a:fld>
            <a:endParaRPr lang="es-ES" noProof="0" dirty="0"/>
          </a:p>
        </p:txBody>
      </p:sp>
    </p:spTree>
    <p:extLst>
      <p:ext uri="{BB962C8B-B14F-4D97-AF65-F5344CB8AC3E}">
        <p14:creationId xmlns:p14="http://schemas.microsoft.com/office/powerpoint/2010/main" val="653110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15</a:t>
            </a:fld>
            <a:endParaRPr lang="es-ES" noProof="0" dirty="0"/>
          </a:p>
        </p:txBody>
      </p:sp>
    </p:spTree>
    <p:extLst>
      <p:ext uri="{BB962C8B-B14F-4D97-AF65-F5344CB8AC3E}">
        <p14:creationId xmlns:p14="http://schemas.microsoft.com/office/powerpoint/2010/main" val="3676146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16</a:t>
            </a:fld>
            <a:endParaRPr lang="es-ES" noProof="0" dirty="0"/>
          </a:p>
        </p:txBody>
      </p:sp>
    </p:spTree>
    <p:extLst>
      <p:ext uri="{BB962C8B-B14F-4D97-AF65-F5344CB8AC3E}">
        <p14:creationId xmlns:p14="http://schemas.microsoft.com/office/powerpoint/2010/main" val="30602929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17</a:t>
            </a:fld>
            <a:endParaRPr lang="es-ES" noProof="0" dirty="0"/>
          </a:p>
        </p:txBody>
      </p:sp>
    </p:spTree>
    <p:extLst>
      <p:ext uri="{BB962C8B-B14F-4D97-AF65-F5344CB8AC3E}">
        <p14:creationId xmlns:p14="http://schemas.microsoft.com/office/powerpoint/2010/main" val="4031821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18</a:t>
            </a:fld>
            <a:endParaRPr lang="es-ES" noProof="0" dirty="0"/>
          </a:p>
        </p:txBody>
      </p:sp>
    </p:spTree>
    <p:extLst>
      <p:ext uri="{BB962C8B-B14F-4D97-AF65-F5344CB8AC3E}">
        <p14:creationId xmlns:p14="http://schemas.microsoft.com/office/powerpoint/2010/main" val="4051780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19</a:t>
            </a:fld>
            <a:endParaRPr lang="es-ES" noProof="0" dirty="0"/>
          </a:p>
        </p:txBody>
      </p:sp>
    </p:spTree>
    <p:extLst>
      <p:ext uri="{BB962C8B-B14F-4D97-AF65-F5344CB8AC3E}">
        <p14:creationId xmlns:p14="http://schemas.microsoft.com/office/powerpoint/2010/main" val="2641391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000" dirty="0">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20</a:t>
            </a:fld>
            <a:endParaRPr lang="es-ES" noProof="0" dirty="0"/>
          </a:p>
        </p:txBody>
      </p:sp>
    </p:spTree>
    <p:extLst>
      <p:ext uri="{BB962C8B-B14F-4D97-AF65-F5344CB8AC3E}">
        <p14:creationId xmlns:p14="http://schemas.microsoft.com/office/powerpoint/2010/main" val="3381907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bienvenida e introducció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000" y="720000"/>
            <a:ext cx="6840000" cy="2880000"/>
          </a:xfrm>
        </p:spPr>
        <p:txBody>
          <a:bodyPr anchor="t" anchorCtr="0">
            <a:normAutofit/>
          </a:bodyPr>
          <a:lstStyle>
            <a:lvl1pPr algn="l">
              <a:defRPr sz="2600"/>
            </a:lvl1pPr>
          </a:lstStyle>
          <a:p>
            <a:r>
              <a:rPr lang="es-ES" dirty="0"/>
              <a:t>Ingrese aquí el título de la sección, actividad o clase</a:t>
            </a:r>
            <a:endParaRPr lang="en-US" dirty="0"/>
          </a:p>
        </p:txBody>
      </p:sp>
      <p:sp>
        <p:nvSpPr>
          <p:cNvPr id="3" name="Subtitle 2"/>
          <p:cNvSpPr>
            <a:spLocks noGrp="1"/>
          </p:cNvSpPr>
          <p:nvPr>
            <p:ph type="subTitle" idx="1" hasCustomPrompt="1"/>
          </p:nvPr>
        </p:nvSpPr>
        <p:spPr>
          <a:xfrm>
            <a:off x="720000" y="3701988"/>
            <a:ext cx="6840000" cy="1553775"/>
          </a:xfrm>
        </p:spPr>
        <p:txBody>
          <a:bodyPr>
            <a:normAutofit/>
          </a:bodyPr>
          <a:lstStyle>
            <a:lvl1pPr marL="0" indent="0" algn="l">
              <a:buNone/>
              <a:defRPr sz="2000">
                <a:solidFill>
                  <a:schemeClr val="tx1">
                    <a:lumMod val="75000"/>
                    <a:lumOff val="2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dirty="0"/>
              <a:t>Ingrese aquí un texto descriptivo de esta actividad (opcional)</a:t>
            </a:r>
            <a:endParaRPr lang="en-US" dirty="0"/>
          </a:p>
        </p:txBody>
      </p:sp>
      <p:sp>
        <p:nvSpPr>
          <p:cNvPr id="4" name="Date Placeholder 3"/>
          <p:cNvSpPr>
            <a:spLocks noGrp="1"/>
          </p:cNvSpPr>
          <p:nvPr>
            <p:ph type="dt" sz="half" idx="10"/>
          </p:nvPr>
        </p:nvSpPr>
        <p:spPr/>
        <p:txBody>
          <a:bodyPr/>
          <a:lstStyle/>
          <a:p>
            <a:pPr rtl="0"/>
            <a:fld id="{55224D71-97F5-4B9D-B11B-235152E09E96}" type="datetime1">
              <a:rPr lang="es-ES" noProof="0" smtClean="0"/>
              <a:t>01/02/2023</a:t>
            </a:fld>
            <a:endParaRPr lang="es-ES" noProof="0" dirty="0"/>
          </a:p>
        </p:txBody>
      </p:sp>
      <p:sp>
        <p:nvSpPr>
          <p:cNvPr id="5" name="Footer Placeholder 4"/>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
        <p:nvSpPr>
          <p:cNvPr id="8" name="Rectangle: Rounded Corners 7">
            <a:extLst>
              <a:ext uri="{FF2B5EF4-FFF2-40B4-BE49-F238E27FC236}">
                <a16:creationId xmlns:a16="http://schemas.microsoft.com/office/drawing/2014/main" id="{564332D5-1933-C57D-42B6-183DC2A4C567}"/>
              </a:ext>
            </a:extLst>
          </p:cNvPr>
          <p:cNvSpPr/>
          <p:nvPr/>
        </p:nvSpPr>
        <p:spPr>
          <a:xfrm>
            <a:off x="720000" y="5598000"/>
            <a:ext cx="613813" cy="54000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Content Placeholder 20">
            <a:extLst>
              <a:ext uri="{FF2B5EF4-FFF2-40B4-BE49-F238E27FC236}">
                <a16:creationId xmlns:a16="http://schemas.microsoft.com/office/drawing/2014/main" id="{37EDCC3F-5122-AA78-5970-BD245E579433}"/>
              </a:ext>
            </a:extLst>
          </p:cNvPr>
          <p:cNvSpPr>
            <a:spLocks noGrp="1"/>
          </p:cNvSpPr>
          <p:nvPr>
            <p:ph sz="quarter" idx="14" hasCustomPrompt="1"/>
          </p:nvPr>
        </p:nvSpPr>
        <p:spPr>
          <a:xfrm>
            <a:off x="927652" y="5598000"/>
            <a:ext cx="4320000" cy="540000"/>
          </a:xfrm>
          <a:solidFill>
            <a:schemeClr val="bg1">
              <a:lumMod val="75000"/>
            </a:schemeClr>
          </a:solidFill>
        </p:spPr>
        <p:txBody>
          <a:bodyPr anchor="ctr" anchorCtr="0">
            <a:noAutofit/>
          </a:bodyPr>
          <a:lstStyle>
            <a:lvl1pPr marL="0" indent="0">
              <a:buNone/>
              <a:defRPr sz="1800">
                <a:solidFill>
                  <a:schemeClr val="bg1">
                    <a:lumMod val="10000"/>
                  </a:schemeClr>
                </a:solidFill>
                <a:latin typeface="+mn-lt"/>
              </a:defRPr>
            </a:lvl1pPr>
            <a:lvl2pPr>
              <a:defRPr sz="1600"/>
            </a:lvl2pPr>
            <a:lvl3pPr>
              <a:defRPr sz="1400"/>
            </a:lvl3pPr>
            <a:lvl4pPr>
              <a:defRPr sz="1200"/>
            </a:lvl4pPr>
            <a:lvl5pPr>
              <a:defRPr sz="1200"/>
            </a:lvl5pPr>
          </a:lstStyle>
          <a:p>
            <a:r>
              <a:rPr lang="en-US" sz="1800" dirty="0" err="1">
                <a:solidFill>
                  <a:schemeClr val="bg1"/>
                </a:solidFill>
                <a:latin typeface="Segoe UI" panose="020B0502040204020203" pitchFamily="34" charset="0"/>
                <a:cs typeface="Segoe UI" panose="020B0502040204020203" pitchFamily="34" charset="0"/>
              </a:rPr>
              <a:t>Ingrese</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aquí</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su</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nombre</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requerido</a:t>
            </a:r>
            <a:r>
              <a:rPr lang="en-US" sz="1800" dirty="0">
                <a:solidFill>
                  <a:schemeClr val="bg1"/>
                </a:solidFill>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329239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19999"/>
            <a:ext cx="6840000" cy="810000"/>
          </a:xfrm>
        </p:spPr>
        <p:txBody>
          <a:bodyPr anchor="b" anchorCtr="0">
            <a:normAutofit/>
          </a:bodyPr>
          <a:lstStyle>
            <a:lvl1pPr>
              <a:defRPr sz="2600"/>
            </a:lvl1pPr>
          </a:lstStyle>
          <a:p>
            <a:r>
              <a:rPr lang="es-ES" dirty="0"/>
              <a:t>Ingrese aquí un subtítulo</a:t>
            </a:r>
            <a:endParaRPr lang="en-US" dirty="0"/>
          </a:p>
        </p:txBody>
      </p:sp>
      <p:sp>
        <p:nvSpPr>
          <p:cNvPr id="3" name="Content Placeholder 2"/>
          <p:cNvSpPr>
            <a:spLocks noGrp="1"/>
          </p:cNvSpPr>
          <p:nvPr>
            <p:ph idx="1"/>
          </p:nvPr>
        </p:nvSpPr>
        <p:spPr>
          <a:xfrm>
            <a:off x="720000" y="1620000"/>
            <a:ext cx="6840000" cy="4590000"/>
          </a:xfrm>
        </p:spPr>
        <p:txBody>
          <a:bodyPr/>
          <a:lstStyle>
            <a:lvl1pPr>
              <a:defRPr sz="24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0000" y="6356351"/>
            <a:ext cx="2743200" cy="365125"/>
          </a:xfrm>
        </p:spPr>
        <p:txBody>
          <a:bodyPr/>
          <a:lstStyle/>
          <a:p>
            <a:pPr rtl="0"/>
            <a:fld id="{0D82DBE2-B5E9-4999-A9C0-55ED93FCE73D}" type="datetime1">
              <a:rPr lang="es-ES" noProof="0" smtClean="0"/>
              <a:t>01/02/2023</a:t>
            </a:fld>
            <a:endParaRPr lang="es-ES" noProof="0" dirty="0"/>
          </a:p>
        </p:txBody>
      </p:sp>
      <p:sp>
        <p:nvSpPr>
          <p:cNvPr id="5" name="Footer Placeholder 4"/>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815808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19999"/>
            <a:ext cx="10753200" cy="810000"/>
          </a:xfrm>
        </p:spPr>
        <p:txBody>
          <a:bodyPr anchor="b" anchorCtr="0">
            <a:normAutofit/>
          </a:bodyPr>
          <a:lstStyle>
            <a:lvl1pPr>
              <a:defRPr sz="2600"/>
            </a:lvl1pPr>
          </a:lstStyle>
          <a:p>
            <a:r>
              <a:rPr lang="es-ES" dirty="0"/>
              <a:t>Ingrese aquí un subtítulo</a:t>
            </a:r>
            <a:endParaRPr lang="en-US" dirty="0"/>
          </a:p>
        </p:txBody>
      </p:sp>
      <p:sp>
        <p:nvSpPr>
          <p:cNvPr id="3" name="Content Placeholder 2"/>
          <p:cNvSpPr>
            <a:spLocks noGrp="1"/>
          </p:cNvSpPr>
          <p:nvPr>
            <p:ph idx="1"/>
          </p:nvPr>
        </p:nvSpPr>
        <p:spPr>
          <a:xfrm>
            <a:off x="720000" y="1620000"/>
            <a:ext cx="10753200" cy="4590000"/>
          </a:xfrm>
        </p:spPr>
        <p:txBody>
          <a:bodyPr/>
          <a:lstStyle>
            <a:lvl1pPr>
              <a:defRPr sz="24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0000" y="6356351"/>
            <a:ext cx="2743200" cy="365125"/>
          </a:xfrm>
        </p:spPr>
        <p:txBody>
          <a:bodyPr/>
          <a:lstStyle/>
          <a:p>
            <a:pPr rtl="0"/>
            <a:fld id="{89B7BC24-C90D-4DAD-A6CB-BBA58C4D57BB}" type="datetime1">
              <a:rPr lang="es-ES" noProof="0" smtClean="0"/>
              <a:t>01/02/2023</a:t>
            </a:fld>
            <a:endParaRPr lang="es-ES" noProof="0" dirty="0"/>
          </a:p>
        </p:txBody>
      </p:sp>
      <p:sp>
        <p:nvSpPr>
          <p:cNvPr id="5" name="Footer Placeholder 4"/>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50997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1709740"/>
            <a:ext cx="6840000" cy="2852737"/>
          </a:xfrm>
        </p:spPr>
        <p:txBody>
          <a:bodyPr anchor="b">
            <a:normAutofit/>
          </a:bodyPr>
          <a:lstStyle>
            <a:lvl1pPr>
              <a:defRPr sz="2600">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20000" y="4643020"/>
            <a:ext cx="6840000" cy="1446631"/>
          </a:xfrm>
        </p:spPr>
        <p:txBody>
          <a:bodyPr>
            <a:normAutofit/>
          </a:bodyPr>
          <a:lstStyle>
            <a:lvl1pPr marL="0" indent="0">
              <a:buNone/>
              <a:defRPr sz="20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dirty="0"/>
              <a:t>Ingrese aquí una breve descripción del alcance</a:t>
            </a:r>
          </a:p>
        </p:txBody>
      </p:sp>
      <p:sp>
        <p:nvSpPr>
          <p:cNvPr id="4" name="Date Placeholder 3"/>
          <p:cNvSpPr>
            <a:spLocks noGrp="1"/>
          </p:cNvSpPr>
          <p:nvPr>
            <p:ph type="dt" sz="half" idx="10"/>
          </p:nvPr>
        </p:nvSpPr>
        <p:spPr/>
        <p:txBody>
          <a:bodyPr/>
          <a:lstStyle/>
          <a:p>
            <a:pPr rtl="0"/>
            <a:fld id="{217D4995-77A4-48E5-92B1-2DC992A39FBB}" type="datetime1">
              <a:rPr lang="es-ES" noProof="0" smtClean="0"/>
              <a:t>01/02/2023</a:t>
            </a:fld>
            <a:endParaRPr lang="es-ES" noProof="0" dirty="0"/>
          </a:p>
        </p:txBody>
      </p:sp>
      <p:sp>
        <p:nvSpPr>
          <p:cNvPr id="5" name="Footer Placeholder 4"/>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33393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1709740"/>
            <a:ext cx="10753200" cy="2852737"/>
          </a:xfrm>
        </p:spPr>
        <p:txBody>
          <a:bodyPr anchor="b">
            <a:normAutofit/>
          </a:bodyPr>
          <a:lstStyle>
            <a:lvl1pPr>
              <a:defRPr sz="2600">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20000" y="4651898"/>
            <a:ext cx="10753200" cy="1437753"/>
          </a:xfrm>
        </p:spPr>
        <p:txBody>
          <a:bodyPr>
            <a:normAutofit/>
          </a:bodyPr>
          <a:lstStyle>
            <a:lvl1pPr marL="0" indent="0">
              <a:buNone/>
              <a:defRPr sz="20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dirty="0"/>
              <a:t>Ingrese aquí una breve descripción del alcance</a:t>
            </a:r>
          </a:p>
        </p:txBody>
      </p:sp>
      <p:sp>
        <p:nvSpPr>
          <p:cNvPr id="4" name="Date Placeholder 3"/>
          <p:cNvSpPr>
            <a:spLocks noGrp="1"/>
          </p:cNvSpPr>
          <p:nvPr>
            <p:ph type="dt" sz="half" idx="10"/>
          </p:nvPr>
        </p:nvSpPr>
        <p:spPr/>
        <p:txBody>
          <a:bodyPr/>
          <a:lstStyle/>
          <a:p>
            <a:pPr rtl="0"/>
            <a:fld id="{AE8112B3-1F24-452F-80DE-56BF301098EC}" type="datetime1">
              <a:rPr lang="es-ES" noProof="0" smtClean="0"/>
              <a:t>01/02/2023</a:t>
            </a:fld>
            <a:endParaRPr lang="es-ES" noProof="0" dirty="0"/>
          </a:p>
        </p:txBody>
      </p:sp>
      <p:sp>
        <p:nvSpPr>
          <p:cNvPr id="5" name="Footer Placeholder 4"/>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73304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Content Placeholder 2"/>
          <p:cNvSpPr>
            <a:spLocks noGrp="1"/>
          </p:cNvSpPr>
          <p:nvPr>
            <p:ph sz="half" idx="1"/>
          </p:nvPr>
        </p:nvSpPr>
        <p:spPr>
          <a:xfrm>
            <a:off x="720000" y="1710000"/>
            <a:ext cx="333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230000" y="1710000"/>
            <a:ext cx="333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Date Placeholder 4"/>
          <p:cNvSpPr>
            <a:spLocks noGrp="1"/>
          </p:cNvSpPr>
          <p:nvPr>
            <p:ph type="dt" sz="half" idx="10"/>
          </p:nvPr>
        </p:nvSpPr>
        <p:spPr/>
        <p:txBody>
          <a:bodyPr/>
          <a:lstStyle/>
          <a:p>
            <a:pPr rtl="0"/>
            <a:fld id="{39B46DA2-8C2E-44C4-A865-CD3D33CFD45F}" type="datetime1">
              <a:rPr lang="es-ES" noProof="0" smtClean="0"/>
              <a:t>01/02/2023</a:t>
            </a:fld>
            <a:endParaRPr lang="es-ES" noProof="0" dirty="0"/>
          </a:p>
        </p:txBody>
      </p:sp>
      <p:sp>
        <p:nvSpPr>
          <p:cNvPr id="6" name="Footer Placeholder 5"/>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12616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os objetos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Content Placeholder 2"/>
          <p:cNvSpPr>
            <a:spLocks noGrp="1"/>
          </p:cNvSpPr>
          <p:nvPr>
            <p:ph sz="half" idx="1"/>
          </p:nvPr>
        </p:nvSpPr>
        <p:spPr>
          <a:xfrm>
            <a:off x="720000" y="1710000"/>
            <a:ext cx="522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6252002" y="1710000"/>
            <a:ext cx="522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Date Placeholder 4"/>
          <p:cNvSpPr>
            <a:spLocks noGrp="1"/>
          </p:cNvSpPr>
          <p:nvPr>
            <p:ph type="dt" sz="half" idx="10"/>
          </p:nvPr>
        </p:nvSpPr>
        <p:spPr/>
        <p:txBody>
          <a:bodyPr/>
          <a:lstStyle/>
          <a:p>
            <a:pPr rtl="0"/>
            <a:fld id="{D1525062-C568-4AE5-A98F-45E6D6D3E9AC}" type="datetime1">
              <a:rPr lang="es-ES" noProof="0" smtClean="0"/>
              <a:t>01/02/2023</a:t>
            </a:fld>
            <a:endParaRPr lang="es-ES" noProof="0" dirty="0"/>
          </a:p>
        </p:txBody>
      </p:sp>
      <p:sp>
        <p:nvSpPr>
          <p:cNvPr id="6" name="Footer Placeholder 5"/>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960689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ción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19999" y="1681163"/>
            <a:ext cx="3330000" cy="823912"/>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primer elemento</a:t>
            </a:r>
          </a:p>
        </p:txBody>
      </p:sp>
      <p:sp>
        <p:nvSpPr>
          <p:cNvPr id="4" name="Content Placeholder 3"/>
          <p:cNvSpPr>
            <a:spLocks noGrp="1"/>
          </p:cNvSpPr>
          <p:nvPr>
            <p:ph sz="half" idx="2"/>
          </p:nvPr>
        </p:nvSpPr>
        <p:spPr>
          <a:xfrm>
            <a:off x="719999" y="2656238"/>
            <a:ext cx="3330000" cy="348176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Text Placeholder 4"/>
          <p:cNvSpPr>
            <a:spLocks noGrp="1"/>
          </p:cNvSpPr>
          <p:nvPr>
            <p:ph type="body" sz="quarter" idx="3" hasCustomPrompt="1"/>
          </p:nvPr>
        </p:nvSpPr>
        <p:spPr>
          <a:xfrm>
            <a:off x="4230000" y="1696688"/>
            <a:ext cx="3330000" cy="823912"/>
          </a:xfrm>
        </p:spPr>
        <p:txBody>
          <a:bodyPr anchor="b"/>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segundo elemento</a:t>
            </a:r>
          </a:p>
        </p:txBody>
      </p:sp>
      <p:sp>
        <p:nvSpPr>
          <p:cNvPr id="6" name="Content Placeholder 5"/>
          <p:cNvSpPr>
            <a:spLocks noGrp="1"/>
          </p:cNvSpPr>
          <p:nvPr>
            <p:ph sz="quarter" idx="4"/>
          </p:nvPr>
        </p:nvSpPr>
        <p:spPr>
          <a:xfrm>
            <a:off x="4230000" y="2687287"/>
            <a:ext cx="3330000" cy="3466237"/>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Date Placeholder 6"/>
          <p:cNvSpPr>
            <a:spLocks noGrp="1"/>
          </p:cNvSpPr>
          <p:nvPr>
            <p:ph type="dt" sz="half" idx="10"/>
          </p:nvPr>
        </p:nvSpPr>
        <p:spPr/>
        <p:txBody>
          <a:bodyPr/>
          <a:lstStyle/>
          <a:p>
            <a:pPr rtl="0"/>
            <a:fld id="{8EBA81B0-EA87-4E7B-A74D-942650D6BCED}" type="datetime1">
              <a:rPr lang="es-ES" noProof="0" smtClean="0"/>
              <a:t>01/02/2023</a:t>
            </a:fld>
            <a:endParaRPr lang="es-ES" noProof="0" dirty="0"/>
          </a:p>
        </p:txBody>
      </p:sp>
      <p:sp>
        <p:nvSpPr>
          <p:cNvPr id="8" name="Footer Placeholder 7"/>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9" name="Slide Number Placeholder 8"/>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460816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ación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19999" y="1681163"/>
            <a:ext cx="5220000" cy="823912"/>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primer elemento</a:t>
            </a:r>
          </a:p>
        </p:txBody>
      </p:sp>
      <p:sp>
        <p:nvSpPr>
          <p:cNvPr id="4" name="Content Placeholder 3"/>
          <p:cNvSpPr>
            <a:spLocks noGrp="1"/>
          </p:cNvSpPr>
          <p:nvPr>
            <p:ph sz="half" idx="2"/>
          </p:nvPr>
        </p:nvSpPr>
        <p:spPr>
          <a:xfrm>
            <a:off x="719999" y="2656237"/>
            <a:ext cx="5220000" cy="3481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Text Placeholder 4"/>
          <p:cNvSpPr>
            <a:spLocks noGrp="1"/>
          </p:cNvSpPr>
          <p:nvPr>
            <p:ph type="body" sz="quarter" idx="3" hasCustomPrompt="1"/>
          </p:nvPr>
        </p:nvSpPr>
        <p:spPr>
          <a:xfrm>
            <a:off x="6252000" y="1681163"/>
            <a:ext cx="5220000" cy="823912"/>
          </a:xfrm>
        </p:spPr>
        <p:txBody>
          <a:bodyPr anchor="b"/>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segundo elemento</a:t>
            </a:r>
          </a:p>
        </p:txBody>
      </p:sp>
      <p:sp>
        <p:nvSpPr>
          <p:cNvPr id="6" name="Content Placeholder 5"/>
          <p:cNvSpPr>
            <a:spLocks noGrp="1"/>
          </p:cNvSpPr>
          <p:nvPr>
            <p:ph sz="quarter" idx="4"/>
          </p:nvPr>
        </p:nvSpPr>
        <p:spPr>
          <a:xfrm>
            <a:off x="6252000" y="2656238"/>
            <a:ext cx="5220000" cy="3481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Date Placeholder 6"/>
          <p:cNvSpPr>
            <a:spLocks noGrp="1"/>
          </p:cNvSpPr>
          <p:nvPr>
            <p:ph type="dt" sz="half" idx="10"/>
          </p:nvPr>
        </p:nvSpPr>
        <p:spPr/>
        <p:txBody>
          <a:bodyPr/>
          <a:lstStyle/>
          <a:p>
            <a:pPr rtl="0"/>
            <a:fld id="{F6653BDA-CE15-46D4-A5A4-C9E9758DEFB2}" type="datetime1">
              <a:rPr lang="es-ES" noProof="0" smtClean="0"/>
              <a:t>01/02/2023</a:t>
            </a:fld>
            <a:endParaRPr lang="es-ES" noProof="0" dirty="0"/>
          </a:p>
        </p:txBody>
      </p:sp>
      <p:sp>
        <p:nvSpPr>
          <p:cNvPr id="8" name="Footer Placeholder 7"/>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9" name="Slide Number Placeholder 8"/>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4283966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olo el título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 dirty="0"/>
              <a:t>Ingrese aquí el subtítulo</a:t>
            </a:r>
            <a:endParaRPr lang="en-US" dirty="0"/>
          </a:p>
        </p:txBody>
      </p:sp>
      <p:sp>
        <p:nvSpPr>
          <p:cNvPr id="3" name="Date Placeholder 2"/>
          <p:cNvSpPr>
            <a:spLocks noGrp="1"/>
          </p:cNvSpPr>
          <p:nvPr>
            <p:ph type="dt" sz="half" idx="10"/>
          </p:nvPr>
        </p:nvSpPr>
        <p:spPr/>
        <p:txBody>
          <a:bodyPr/>
          <a:lstStyle/>
          <a:p>
            <a:pPr rtl="0"/>
            <a:fld id="{2AB3A384-AAB1-4A76-A43B-EFE930A802BF}" type="datetime1">
              <a:rPr lang="es-ES" noProof="0" smtClean="0"/>
              <a:t>01/02/2023</a:t>
            </a:fld>
            <a:endParaRPr lang="es-ES" noProof="0" dirty="0"/>
          </a:p>
        </p:txBody>
      </p:sp>
      <p:sp>
        <p:nvSpPr>
          <p:cNvPr id="4" name="Footer Placeholder 3"/>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5" name="Slide Number Placeholder 4"/>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53666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olo el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2160000"/>
          </a:xfrm>
        </p:spPr>
        <p:txBody>
          <a:bodyPr/>
          <a:lstStyle/>
          <a:p>
            <a:r>
              <a:rPr lang="es-ES" dirty="0"/>
              <a:t>Ingrese aquí el subtítulo</a:t>
            </a:r>
            <a:endParaRPr lang="en-US" dirty="0"/>
          </a:p>
        </p:txBody>
      </p:sp>
      <p:sp>
        <p:nvSpPr>
          <p:cNvPr id="3" name="Date Placeholder 2"/>
          <p:cNvSpPr>
            <a:spLocks noGrp="1"/>
          </p:cNvSpPr>
          <p:nvPr>
            <p:ph type="dt" sz="half" idx="10"/>
          </p:nvPr>
        </p:nvSpPr>
        <p:spPr/>
        <p:txBody>
          <a:bodyPr/>
          <a:lstStyle/>
          <a:p>
            <a:pPr rtl="0"/>
            <a:fld id="{95F109E8-29A7-4A4D-BBAF-954B5246DC6B}" type="datetime1">
              <a:rPr lang="es-ES" noProof="0" smtClean="0"/>
              <a:t>01/02/2023</a:t>
            </a:fld>
            <a:endParaRPr lang="es-ES" noProof="0" dirty="0"/>
          </a:p>
        </p:txBody>
      </p:sp>
      <p:sp>
        <p:nvSpPr>
          <p:cNvPr id="4" name="Footer Placeholder 3"/>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5" name="Slide Number Placeholder 4"/>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331846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3EDF4B7F-437B-43B6-8193-868254AADFEB}" type="datetime1">
              <a:rPr lang="es-ES" noProof="0" smtClean="0"/>
              <a:t>01/02/2023</a:t>
            </a:fld>
            <a:endParaRPr lang="es-ES" noProof="0" dirty="0"/>
          </a:p>
        </p:txBody>
      </p:sp>
      <p:sp>
        <p:nvSpPr>
          <p:cNvPr id="3" name="Footer Placeholder 2"/>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4" name="Slide Number Placeholder 3"/>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49166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ido con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9999" y="720000"/>
            <a:ext cx="4140000" cy="810000"/>
          </a:xfrm>
        </p:spPr>
        <p:txBody>
          <a:bodyPr anchor="t" anchorCtr="0">
            <a:normAutofit/>
          </a:bodyPr>
          <a:lstStyle>
            <a:lvl1pPr>
              <a:defRPr sz="2600"/>
            </a:lvl1pPr>
          </a:lstStyle>
          <a:p>
            <a:r>
              <a:rPr lang="es-ES" dirty="0"/>
              <a:t>Ingrese aquí el subtítulo</a:t>
            </a:r>
            <a:endParaRPr lang="en-US" dirty="0"/>
          </a:p>
        </p:txBody>
      </p:sp>
      <p:sp>
        <p:nvSpPr>
          <p:cNvPr id="3" name="Content Placeholder 2"/>
          <p:cNvSpPr>
            <a:spLocks noGrp="1"/>
          </p:cNvSpPr>
          <p:nvPr>
            <p:ph idx="1"/>
          </p:nvPr>
        </p:nvSpPr>
        <p:spPr>
          <a:xfrm>
            <a:off x="5183188" y="720001"/>
            <a:ext cx="6288812" cy="5409468"/>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Text Placeholder 3"/>
          <p:cNvSpPr>
            <a:spLocks noGrp="1"/>
          </p:cNvSpPr>
          <p:nvPr>
            <p:ph type="body" sz="half" idx="2" hasCustomPrompt="1"/>
          </p:nvPr>
        </p:nvSpPr>
        <p:spPr>
          <a:xfrm>
            <a:off x="720000" y="1719468"/>
            <a:ext cx="4139999" cy="4410000"/>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Ingrese aquí el texto descriptivo de la imagen</a:t>
            </a:r>
          </a:p>
        </p:txBody>
      </p:sp>
      <p:sp>
        <p:nvSpPr>
          <p:cNvPr id="5" name="Date Placeholder 4"/>
          <p:cNvSpPr>
            <a:spLocks noGrp="1"/>
          </p:cNvSpPr>
          <p:nvPr>
            <p:ph type="dt" sz="half" idx="10"/>
          </p:nvPr>
        </p:nvSpPr>
        <p:spPr/>
        <p:txBody>
          <a:bodyPr/>
          <a:lstStyle/>
          <a:p>
            <a:pPr rtl="0"/>
            <a:fld id="{5FD9D2A0-9803-4B3F-A6B6-606959F35242}" type="datetime1">
              <a:rPr lang="es-ES" noProof="0" smtClean="0"/>
              <a:t>01/02/2023</a:t>
            </a:fld>
            <a:endParaRPr lang="es-ES" noProof="0" dirty="0"/>
          </a:p>
        </p:txBody>
      </p:sp>
      <p:sp>
        <p:nvSpPr>
          <p:cNvPr id="6" name="Footer Placeholder 5"/>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217819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n con título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t" anchorCtr="0">
            <a:noAutofit/>
          </a:bodyPr>
          <a:lstStyle>
            <a:lvl1pPr>
              <a:defRPr sz="2600"/>
            </a:lvl1pPr>
          </a:lstStyle>
          <a:p>
            <a:r>
              <a:rPr lang="es-ES" dirty="0"/>
              <a:t>Ingrese aquí el subtítulo</a:t>
            </a:r>
            <a:endParaRPr lang="en-US" dirty="0"/>
          </a:p>
        </p:txBody>
      </p:sp>
      <p:sp>
        <p:nvSpPr>
          <p:cNvPr id="3" name="Picture Placeholder 2"/>
          <p:cNvSpPr>
            <a:spLocks noGrp="1" noChangeAspect="1"/>
          </p:cNvSpPr>
          <p:nvPr>
            <p:ph type="pic" idx="1"/>
          </p:nvPr>
        </p:nvSpPr>
        <p:spPr>
          <a:xfrm>
            <a:off x="719999" y="2340002"/>
            <a:ext cx="6840000" cy="3797998"/>
          </a:xfrm>
        </p:spPr>
        <p:txBody>
          <a:bodyPr anchor="t">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hasCustomPrompt="1"/>
          </p:nvPr>
        </p:nvSpPr>
        <p:spPr>
          <a:xfrm>
            <a:off x="720000" y="1530001"/>
            <a:ext cx="6840000" cy="810000"/>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Ingrese aquí el texto descriptivo de la imagen</a:t>
            </a:r>
          </a:p>
        </p:txBody>
      </p:sp>
      <p:sp>
        <p:nvSpPr>
          <p:cNvPr id="5" name="Date Placeholder 4"/>
          <p:cNvSpPr>
            <a:spLocks noGrp="1"/>
          </p:cNvSpPr>
          <p:nvPr>
            <p:ph type="dt" sz="half" idx="10"/>
          </p:nvPr>
        </p:nvSpPr>
        <p:spPr/>
        <p:txBody>
          <a:bodyPr/>
          <a:lstStyle/>
          <a:p>
            <a:pPr rtl="0"/>
            <a:fld id="{B48CB6FA-6884-4007-A174-A67BE7A1CA93}" type="datetime1">
              <a:rPr lang="es-ES" noProof="0" smtClean="0"/>
              <a:t>01/02/2023</a:t>
            </a:fld>
            <a:endParaRPr lang="es-ES" noProof="0" dirty="0"/>
          </a:p>
        </p:txBody>
      </p:sp>
      <p:sp>
        <p:nvSpPr>
          <p:cNvPr id="6" name="Footer Placeholder 5"/>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862299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agen con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4140000" cy="810000"/>
          </a:xfrm>
        </p:spPr>
        <p:txBody>
          <a:bodyPr anchor="t" anchorCtr="0">
            <a:noAutofit/>
          </a:bodyPr>
          <a:lstStyle>
            <a:lvl1pPr>
              <a:defRPr sz="2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720000"/>
            <a:ext cx="6288812" cy="5417999"/>
          </a:xfrm>
        </p:spPr>
        <p:txBody>
          <a:bodyPr anchor="t">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720000" y="1729408"/>
            <a:ext cx="4140000" cy="4408591"/>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Haga clic para modificar los estilos de texto del patrón</a:t>
            </a:r>
          </a:p>
        </p:txBody>
      </p:sp>
      <p:sp>
        <p:nvSpPr>
          <p:cNvPr id="5" name="Date Placeholder 4"/>
          <p:cNvSpPr>
            <a:spLocks noGrp="1"/>
          </p:cNvSpPr>
          <p:nvPr>
            <p:ph type="dt" sz="half" idx="10"/>
          </p:nvPr>
        </p:nvSpPr>
        <p:spPr/>
        <p:txBody>
          <a:bodyPr/>
          <a:lstStyle/>
          <a:p>
            <a:pPr rtl="0"/>
            <a:fld id="{DCA87387-1199-4F13-92EC-EA845724990E}" type="datetime1">
              <a:rPr lang="es-ES" noProof="0" smtClean="0"/>
              <a:t>01/02/2023</a:t>
            </a:fld>
            <a:endParaRPr lang="es-ES" noProof="0" dirty="0"/>
          </a:p>
        </p:txBody>
      </p:sp>
      <p:sp>
        <p:nvSpPr>
          <p:cNvPr id="6" name="Footer Placeholder 5"/>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922185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0277B9E3-6C0A-45A5-BAE5-CD19B242173D}" type="datetime1">
              <a:rPr lang="es-ES" noProof="0" smtClean="0"/>
              <a:t>01/02/2023</a:t>
            </a:fld>
            <a:endParaRPr lang="es-ES" noProof="0" dirty="0"/>
          </a:p>
        </p:txBody>
      </p:sp>
      <p:sp>
        <p:nvSpPr>
          <p:cNvPr id="5" name="Footer Placeholder 4"/>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1875724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AB41DD2C-FA4F-413E-A1B5-23565A0780B7}" type="datetime1">
              <a:rPr lang="es-ES" noProof="0" smtClean="0"/>
              <a:t>01/02/2023</a:t>
            </a:fld>
            <a:endParaRPr lang="es-ES" noProof="0" dirty="0"/>
          </a:p>
        </p:txBody>
      </p:sp>
      <p:sp>
        <p:nvSpPr>
          <p:cNvPr id="5" name="Footer Placeholder 4"/>
          <p:cNvSpPr>
            <a:spLocks noGrp="1"/>
          </p:cNvSpPr>
          <p:nvPr>
            <p:ph type="ftr" sz="quarter" idx="11"/>
          </p:nvPr>
        </p:nvSpPr>
        <p:spPr/>
        <p:txBody>
          <a:bodyPr/>
          <a:lstStyle/>
          <a:p>
            <a:pPr rtl="0"/>
            <a:r>
              <a:rPr lang="es-CO" noProof="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185893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0000" y="720000"/>
            <a:ext cx="6840000" cy="2160000"/>
          </a:xfrm>
          <a:prstGeom prst="rect">
            <a:avLst/>
          </a:prstGeom>
        </p:spPr>
        <p:txBody>
          <a:bodyPr vert="horz" lIns="91440" tIns="45720" rIns="91440" bIns="45720" rtlCol="0" anchor="t" anchorCtr="0">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720000" y="2880000"/>
            <a:ext cx="6840000" cy="2160000"/>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7200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72696FBB-EB5C-4293-9014-59E70AE1A5E6}" type="datetime1">
              <a:rPr lang="es-ES" noProof="0" smtClean="0"/>
              <a:t>01/02/2023</a:t>
            </a:fld>
            <a:endParaRPr lang="es-ES" noProof="0"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es-CO" noProof="0"/>
              <a:t>Escuela Colombiana de Ingeniería Julio Garavito</a:t>
            </a:r>
            <a:endParaRPr lang="es-ES" noProof="0" dirty="0"/>
          </a:p>
        </p:txBody>
      </p:sp>
      <p:sp>
        <p:nvSpPr>
          <p:cNvPr id="6" name="Slide Number Placeholder 5"/>
          <p:cNvSpPr>
            <a:spLocks noGrp="1"/>
          </p:cNvSpPr>
          <p:nvPr>
            <p:ph type="sldNum" sz="quarter" idx="4"/>
          </p:nvPr>
        </p:nvSpPr>
        <p:spPr>
          <a:xfrm>
            <a:off x="8728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2162769115"/>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90" r:id="rId3"/>
    <p:sldLayoutId id="2147483781" r:id="rId4"/>
    <p:sldLayoutId id="2147483791" r:id="rId5"/>
    <p:sldLayoutId id="2147483782" r:id="rId6"/>
    <p:sldLayoutId id="2147483792" r:id="rId7"/>
    <p:sldLayoutId id="2147483783" r:id="rId8"/>
    <p:sldLayoutId id="2147483793" r:id="rId9"/>
    <p:sldLayoutId id="2147483784" r:id="rId10"/>
    <p:sldLayoutId id="2147483794" r:id="rId11"/>
    <p:sldLayoutId id="2147483785" r:id="rId12"/>
    <p:sldLayoutId id="2147483786" r:id="rId13"/>
    <p:sldLayoutId id="2147483787" r:id="rId14"/>
    <p:sldLayoutId id="2147483795" r:id="rId15"/>
    <p:sldLayoutId id="2147483788" r:id="rId16"/>
    <p:sldLayoutId id="2147483789"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377"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FE5A-2FB8-AE9F-1D0D-204792F34E4D}"/>
              </a:ext>
            </a:extLst>
          </p:cNvPr>
          <p:cNvSpPr>
            <a:spLocks noGrp="1"/>
          </p:cNvSpPr>
          <p:nvPr>
            <p:ph type="title"/>
          </p:nvPr>
        </p:nvSpPr>
        <p:spPr>
          <a:xfrm>
            <a:off x="900940" y="3119438"/>
            <a:ext cx="10390120" cy="619123"/>
          </a:xfrm>
        </p:spPr>
        <p:txBody>
          <a:bodyPr anchor="t" anchorCtr="0">
            <a:noAutofit/>
          </a:bodyPr>
          <a:lstStyle/>
          <a:p>
            <a:pPr algn="ctr"/>
            <a:r>
              <a:rPr lang="es-CO" sz="3600" b="1" dirty="0">
                <a:effectLst/>
                <a:latin typeface="Segoe UI" panose="020B0502040204020203" pitchFamily="34" charset="0"/>
                <a:ea typeface="Calibri" panose="020F0502020204030204" pitchFamily="34" charset="0"/>
                <a:cs typeface="Segoe UI" panose="020B0502040204020203" pitchFamily="34" charset="0"/>
              </a:rPr>
              <a:t>Acumulación de Flujo </a:t>
            </a:r>
            <a:r>
              <a:rPr lang="es-CO" sz="3600" dirty="0">
                <a:effectLst/>
                <a:latin typeface="Segoe UI" panose="020B0502040204020203" pitchFamily="34" charset="0"/>
                <a:ea typeface="Calibri" panose="020F0502020204030204" pitchFamily="34" charset="0"/>
                <a:cs typeface="Segoe UI" panose="020B0502040204020203" pitchFamily="34" charset="0"/>
              </a:rPr>
              <a:t>- Flow </a:t>
            </a:r>
            <a:r>
              <a:rPr lang="es-CO" sz="3600" dirty="0" err="1">
                <a:effectLst/>
                <a:latin typeface="Segoe UI" panose="020B0502040204020203" pitchFamily="34" charset="0"/>
                <a:ea typeface="Calibri" panose="020F0502020204030204" pitchFamily="34" charset="0"/>
                <a:cs typeface="Segoe UI" panose="020B0502040204020203" pitchFamily="34" charset="0"/>
              </a:rPr>
              <a:t>Accumulation</a:t>
            </a:r>
            <a:r>
              <a:rPr lang="es-CO" sz="3600" dirty="0">
                <a:effectLst/>
                <a:latin typeface="Segoe UI" panose="020B0502040204020203" pitchFamily="34" charset="0"/>
                <a:ea typeface="Calibri" panose="020F0502020204030204" pitchFamily="34" charset="0"/>
                <a:cs typeface="Segoe UI" panose="020B0502040204020203" pitchFamily="34" charset="0"/>
              </a:rPr>
              <a:t> - </a:t>
            </a:r>
            <a:r>
              <a:rPr lang="es-CO" sz="3600" b="1" dirty="0">
                <a:effectLst/>
                <a:latin typeface="Segoe UI" panose="020B0502040204020203" pitchFamily="34" charset="0"/>
                <a:ea typeface="Calibri" panose="020F0502020204030204" pitchFamily="34" charset="0"/>
                <a:cs typeface="Segoe UI" panose="020B0502040204020203" pitchFamily="34" charset="0"/>
              </a:rPr>
              <a:t>FAC</a:t>
            </a:r>
            <a:endParaRPr lang="en-US" sz="3600" b="1" dirty="0">
              <a:latin typeface="Segoe UI" panose="020B0502040204020203" pitchFamily="34" charset="0"/>
              <a:cs typeface="Segoe UI" panose="020B0502040204020203" pitchFamily="34" charset="0"/>
            </a:endParaRPr>
          </a:p>
        </p:txBody>
      </p:sp>
      <p:sp>
        <p:nvSpPr>
          <p:cNvPr id="10" name="Title 1">
            <a:extLst>
              <a:ext uri="{FF2B5EF4-FFF2-40B4-BE49-F238E27FC236}">
                <a16:creationId xmlns:a16="http://schemas.microsoft.com/office/drawing/2014/main" id="{1DB9E084-28B8-DC3F-A193-7DE7F45A04E2}"/>
              </a:ext>
            </a:extLst>
          </p:cNvPr>
          <p:cNvSpPr txBox="1">
            <a:spLocks/>
          </p:cNvSpPr>
          <p:nvPr/>
        </p:nvSpPr>
        <p:spPr>
          <a:xfrm>
            <a:off x="0" y="6410961"/>
            <a:ext cx="12192000" cy="447039"/>
          </a:xfrm>
          <a:prstGeom prst="rect">
            <a:avLst/>
          </a:prstGeom>
        </p:spPr>
        <p:txBody>
          <a:bodyPr vert="horz" lIns="91440" tIns="45720" rIns="91440" bIns="45720" rtlCol="0" anchor="ctr"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r"/>
            <a:r>
              <a:rPr lang="en-US" sz="2000" dirty="0">
                <a:solidFill>
                  <a:schemeClr val="bg1">
                    <a:lumMod val="25000"/>
                  </a:schemeClr>
                </a:solidFill>
                <a:latin typeface="+mn-lt"/>
                <a:ea typeface="Segoe UI Black" panose="020B0A02040204020203" pitchFamily="34" charset="0"/>
                <a:cs typeface="Segoe UI" panose="020B0502040204020203" pitchFamily="34" charset="0"/>
              </a:rPr>
              <a:t>github.com/rcfdtools/R.LTWB</a:t>
            </a:r>
            <a:endParaRPr lang="es-CO" sz="2000" dirty="0">
              <a:solidFill>
                <a:schemeClr val="bg1">
                  <a:lumMod val="25000"/>
                </a:schemeClr>
              </a:solidFill>
              <a:latin typeface="+mn-lt"/>
            </a:endParaRPr>
          </a:p>
        </p:txBody>
      </p:sp>
      <p:pic>
        <p:nvPicPr>
          <p:cNvPr id="6" name="Graphic 5">
            <a:extLst>
              <a:ext uri="{FF2B5EF4-FFF2-40B4-BE49-F238E27FC236}">
                <a16:creationId xmlns:a16="http://schemas.microsoft.com/office/drawing/2014/main" id="{2AD67B17-5A76-A6EC-F317-9014601168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0000" y="270000"/>
            <a:ext cx="1800000" cy="618504"/>
          </a:xfrm>
          <a:prstGeom prst="rect">
            <a:avLst/>
          </a:prstGeom>
        </p:spPr>
      </p:pic>
    </p:spTree>
    <p:extLst>
      <p:ext uri="{BB962C8B-B14F-4D97-AF65-F5344CB8AC3E}">
        <p14:creationId xmlns:p14="http://schemas.microsoft.com/office/powerpoint/2010/main" val="3896129441"/>
      </p:ext>
    </p:extLst>
  </p:cSld>
  <p:clrMapOvr>
    <a:masterClrMapping/>
  </p:clrMapOvr>
  <mc:AlternateContent xmlns:mc="http://schemas.openxmlformats.org/markup-compatibility/2006">
    <mc:Choice xmlns:p14="http://schemas.microsoft.com/office/powerpoint/2010/main" Requires="p14">
      <p:transition spd="med" p14:dur="700" advTm="4767">
        <p:fade/>
      </p:transition>
    </mc:Choice>
    <mc:Fallback>
      <p:transition spd="med" advTm="4767">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A27D5E8D-9945-76BF-9902-32BFD1840804}"/>
              </a:ext>
            </a:extLst>
          </p:cNvPr>
          <p:cNvSpPr>
            <a:spLocks noGrp="1"/>
          </p:cNvSpPr>
          <p:nvPr>
            <p:ph type="title"/>
          </p:nvPr>
        </p:nvSpPr>
        <p:spPr>
          <a:xfrm>
            <a:off x="1923527" y="2651170"/>
            <a:ext cx="8344945" cy="1555660"/>
          </a:xfrm>
        </p:spPr>
        <p:txBody>
          <a:bodyPr anchor="t" anchorCtr="0">
            <a:noAutofit/>
          </a:bodyPr>
          <a:lstStyle/>
          <a:p>
            <a:pPr algn="ctr"/>
            <a:r>
              <a:rPr lang="es-CO" sz="2400" dirty="0">
                <a:effectLst/>
                <a:latin typeface="Segoe UI" panose="020B0502040204020203" pitchFamily="34" charset="0"/>
                <a:ea typeface="Calibri" panose="020F0502020204030204" pitchFamily="34" charset="0"/>
                <a:cs typeface="Segoe UI" panose="020B0502040204020203" pitchFamily="34" charset="0"/>
              </a:rPr>
              <a:t>Esta grilla representa para una celda dada, el número de </a:t>
            </a:r>
            <a:r>
              <a:rPr lang="es-CO" sz="2400" b="1" dirty="0">
                <a:effectLst/>
                <a:latin typeface="Segoe UI" panose="020B0502040204020203" pitchFamily="34" charset="0"/>
                <a:ea typeface="Calibri" panose="020F0502020204030204" pitchFamily="34" charset="0"/>
                <a:cs typeface="Segoe UI" panose="020B0502040204020203" pitchFamily="34" charset="0"/>
              </a:rPr>
              <a:t>celdas acumuladas aguas arriba </a:t>
            </a:r>
            <a:r>
              <a:rPr lang="es-CO" sz="2400" dirty="0">
                <a:effectLst/>
                <a:latin typeface="Segoe UI" panose="020B0502040204020203" pitchFamily="34" charset="0"/>
                <a:ea typeface="Calibri" panose="020F0502020204030204" pitchFamily="34" charset="0"/>
                <a:cs typeface="Segoe UI" panose="020B0502040204020203" pitchFamily="34" charset="0"/>
              </a:rPr>
              <a:t>de dicha celda. El área de drenaje en cualquier celda puede calcularse multiplicando el valor de acumulación por el área de cada celda</a:t>
            </a:r>
          </a:p>
        </p:txBody>
      </p:sp>
    </p:spTree>
    <p:extLst>
      <p:ext uri="{BB962C8B-B14F-4D97-AF65-F5344CB8AC3E}">
        <p14:creationId xmlns:p14="http://schemas.microsoft.com/office/powerpoint/2010/main" val="1058563509"/>
      </p:ext>
    </p:extLst>
  </p:cSld>
  <p:clrMapOvr>
    <a:masterClrMapping/>
  </p:clrMapOvr>
  <mc:AlternateContent xmlns:mc="http://schemas.openxmlformats.org/markup-compatibility/2006">
    <mc:Choice xmlns:p14="http://schemas.microsoft.com/office/powerpoint/2010/main" Requires="p14">
      <p:transition spd="med" p14:dur="700" advTm="6980">
        <p:fade/>
      </p:transition>
    </mc:Choice>
    <mc:Fallback>
      <p:transition spd="med" advTm="698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F1C5F-080A-39E7-EE8E-E3BC1FA08D55}"/>
              </a:ext>
            </a:extLst>
          </p:cNvPr>
          <p:cNvSpPr txBox="1">
            <a:spLocks/>
          </p:cNvSpPr>
          <p:nvPr/>
        </p:nvSpPr>
        <p:spPr>
          <a:xfrm>
            <a:off x="1402276" y="3147949"/>
            <a:ext cx="9387447" cy="562101"/>
          </a:xfrm>
          <a:prstGeom prst="rect">
            <a:avLst/>
          </a:prstGeom>
        </p:spPr>
        <p:txBody>
          <a:bodyPr vert="horz" lIns="91440" tIns="45720" rIns="91440" bIns="45720" rtlCol="0" anchor="b"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ES" sz="3200" b="1" dirty="0">
                <a:latin typeface="Segoe UI" panose="020B0502040204020203" pitchFamily="34" charset="0"/>
                <a:ea typeface="Calibri" panose="020F0502020204030204" pitchFamily="34" charset="0"/>
                <a:cs typeface="Segoe UI" panose="020B0502040204020203" pitchFamily="34" charset="0"/>
              </a:rPr>
              <a:t>Objetivos</a:t>
            </a:r>
            <a:endParaRPr lang="en-US" sz="32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95888938"/>
      </p:ext>
    </p:extLst>
  </p:cSld>
  <p:clrMapOvr>
    <a:masterClrMapping/>
  </p:clrMapOvr>
  <mc:AlternateContent xmlns:mc="http://schemas.openxmlformats.org/markup-compatibility/2006">
    <mc:Choice xmlns:p14="http://schemas.microsoft.com/office/powerpoint/2010/main" Requires="p14">
      <p:transition spd="med" p14:dur="700" advTm="2328">
        <p:fade/>
      </p:transition>
    </mc:Choice>
    <mc:Fallback>
      <p:transition spd="med" advTm="2328">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A27D5E8D-9945-76BF-9902-32BFD1840804}"/>
              </a:ext>
            </a:extLst>
          </p:cNvPr>
          <p:cNvSpPr>
            <a:spLocks noGrp="1"/>
          </p:cNvSpPr>
          <p:nvPr>
            <p:ph type="title"/>
          </p:nvPr>
        </p:nvSpPr>
        <p:spPr>
          <a:xfrm>
            <a:off x="2189989" y="2473692"/>
            <a:ext cx="7812021" cy="1910615"/>
          </a:xfrm>
        </p:spPr>
        <p:txBody>
          <a:bodyPr anchor="t" anchorCtr="0">
            <a:noAutofit/>
          </a:bodyPr>
          <a:lstStyle/>
          <a:p>
            <a:r>
              <a:rPr lang="es-CO" sz="24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Crear y validar el mapa de acumulación de celdas.</a:t>
            </a:r>
            <a:br>
              <a:rPr lang="es-CO" sz="24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br>
            <a:br>
              <a:rPr lang="es-CO" sz="24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br>
            <a:r>
              <a:rPr lang="es-CO" sz="24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Calcular el número de celdas y el área de aportación en diferentes localizaciones de muestreo y para diferentes modelos digitales de elevación DEM.</a:t>
            </a:r>
          </a:p>
        </p:txBody>
      </p:sp>
      <p:pic>
        <p:nvPicPr>
          <p:cNvPr id="2" name="Graphic 1" descr="Rocket outline">
            <a:extLst>
              <a:ext uri="{FF2B5EF4-FFF2-40B4-BE49-F238E27FC236}">
                <a16:creationId xmlns:a16="http://schemas.microsoft.com/office/drawing/2014/main" id="{43BD3494-9EEE-2F7B-FEF3-89E8690BA3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2632" y="2430107"/>
            <a:ext cx="540000" cy="540000"/>
          </a:xfrm>
          <a:prstGeom prst="rect">
            <a:avLst/>
          </a:prstGeom>
        </p:spPr>
      </p:pic>
      <p:pic>
        <p:nvPicPr>
          <p:cNvPr id="3" name="Graphic 2" descr="Rocket outline">
            <a:extLst>
              <a:ext uri="{FF2B5EF4-FFF2-40B4-BE49-F238E27FC236}">
                <a16:creationId xmlns:a16="http://schemas.microsoft.com/office/drawing/2014/main" id="{67C3D191-70DD-8A70-18C0-501FCA48EB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2632" y="3090626"/>
            <a:ext cx="540000" cy="540000"/>
          </a:xfrm>
          <a:prstGeom prst="rect">
            <a:avLst/>
          </a:prstGeom>
        </p:spPr>
      </p:pic>
    </p:spTree>
    <p:extLst>
      <p:ext uri="{BB962C8B-B14F-4D97-AF65-F5344CB8AC3E}">
        <p14:creationId xmlns:p14="http://schemas.microsoft.com/office/powerpoint/2010/main" val="3406668090"/>
      </p:ext>
    </p:extLst>
  </p:cSld>
  <p:clrMapOvr>
    <a:masterClrMapping/>
  </p:clrMapOvr>
  <mc:AlternateContent xmlns:mc="http://schemas.openxmlformats.org/markup-compatibility/2006">
    <mc:Choice xmlns:p14="http://schemas.microsoft.com/office/powerpoint/2010/main" Requires="p14">
      <p:transition spd="med" p14:dur="700" advTm="8107">
        <p:fade/>
      </p:transition>
    </mc:Choice>
    <mc:Fallback>
      <p:transition spd="med" advTm="8107">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F1C5F-080A-39E7-EE8E-E3BC1FA08D55}"/>
              </a:ext>
            </a:extLst>
          </p:cNvPr>
          <p:cNvSpPr txBox="1">
            <a:spLocks/>
          </p:cNvSpPr>
          <p:nvPr/>
        </p:nvSpPr>
        <p:spPr>
          <a:xfrm>
            <a:off x="1402276" y="3120286"/>
            <a:ext cx="9387447" cy="617427"/>
          </a:xfrm>
          <a:prstGeom prst="rect">
            <a:avLst/>
          </a:prstGeom>
        </p:spPr>
        <p:txBody>
          <a:bodyPr vert="horz" lIns="91440" tIns="45720" rIns="91440" bIns="45720" rtlCol="0" anchor="b"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ES" sz="3200" b="1" dirty="0">
                <a:latin typeface="Segoe UI" panose="020B0502040204020203" pitchFamily="34" charset="0"/>
                <a:ea typeface="Calibri" panose="020F0502020204030204" pitchFamily="34" charset="0"/>
                <a:cs typeface="Segoe UI" panose="020B0502040204020203" pitchFamily="34" charset="0"/>
              </a:rPr>
              <a:t>Procedimiento</a:t>
            </a:r>
            <a:r>
              <a:rPr lang="es-ES" sz="3200" dirty="0">
                <a:latin typeface="Segoe UI" panose="020B0502040204020203" pitchFamily="34" charset="0"/>
                <a:ea typeface="Calibri" panose="020F0502020204030204" pitchFamily="34" charset="0"/>
                <a:cs typeface="Segoe UI" panose="020B0502040204020203" pitchFamily="34" charset="0"/>
              </a:rPr>
              <a:t> general</a:t>
            </a:r>
            <a:endParaRPr lang="en-US" sz="3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80329999"/>
      </p:ext>
    </p:extLst>
  </p:cSld>
  <p:clrMapOvr>
    <a:masterClrMapping/>
  </p:clrMapOvr>
  <mc:AlternateContent xmlns:mc="http://schemas.openxmlformats.org/markup-compatibility/2006">
    <mc:Choice xmlns:p14="http://schemas.microsoft.com/office/powerpoint/2010/main" Requires="p14">
      <p:transition spd="med" p14:dur="700" advTm="1573">
        <p:fade/>
      </p:transition>
    </mc:Choice>
    <mc:Fallback>
      <p:transition spd="med" advTm="1573">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9E3831-A262-5346-EE12-25E14B7A09AF}"/>
              </a:ext>
            </a:extLst>
          </p:cNvPr>
          <p:cNvSpPr>
            <a:spLocks noGrp="1"/>
          </p:cNvSpPr>
          <p:nvPr>
            <p:ph type="title"/>
          </p:nvPr>
        </p:nvSpPr>
        <p:spPr>
          <a:xfrm>
            <a:off x="9475292" y="5334001"/>
            <a:ext cx="2627061" cy="1425390"/>
          </a:xfrm>
        </p:spPr>
        <p:txBody>
          <a:bodyPr anchor="t" anchorCtr="0">
            <a:normAutofit/>
          </a:bodyPr>
          <a:lstStyle/>
          <a:p>
            <a:pPr algn="r"/>
            <a:r>
              <a:rPr lang="es-CO" sz="1200" b="0" i="1" dirty="0">
                <a:solidFill>
                  <a:srgbClr val="24292F"/>
                </a:solidFill>
                <a:effectLst/>
                <a:cs typeface="Segoe UI" panose="020B0502040204020203" pitchFamily="34" charset="0"/>
              </a:rPr>
              <a:t>Convenciones generales en diagramas: clases de entidad en azul, </a:t>
            </a:r>
            <a:r>
              <a:rPr lang="es-CO" sz="1200" b="0" i="1" dirty="0" err="1">
                <a:solidFill>
                  <a:srgbClr val="24292F"/>
                </a:solidFill>
                <a:effectLst/>
                <a:cs typeface="Segoe UI" panose="020B0502040204020203" pitchFamily="34" charset="0"/>
              </a:rPr>
              <a:t>datasets</a:t>
            </a:r>
            <a:r>
              <a:rPr lang="es-CO" sz="1200" b="0" i="1" dirty="0">
                <a:solidFill>
                  <a:srgbClr val="24292F"/>
                </a:solidFill>
                <a:effectLst/>
                <a:cs typeface="Segoe UI" panose="020B0502040204020203" pitchFamily="34" charset="0"/>
              </a:rPr>
              <a:t> en gris oscuro, grillas en color verde, geo-procesos en rojo, procesos automáticos o semiautomáticos en guiones rojos y procesos manuales en amarillo. Líneas conectoras con guiones corresponden a procedimientos opcionales.</a:t>
            </a:r>
            <a:endParaRPr lang="es-CO" sz="2000" b="1" i="1" dirty="0">
              <a:solidFill>
                <a:schemeClr val="bg1">
                  <a:lumMod val="25000"/>
                </a:schemeClr>
              </a:solidFill>
              <a:ea typeface="Segoe UI Black" panose="020B0A02040204020203" pitchFamily="34" charset="0"/>
              <a:cs typeface="Segoe UI" panose="020B0502040204020203" pitchFamily="34" charset="0"/>
            </a:endParaRPr>
          </a:p>
        </p:txBody>
      </p:sp>
      <p:pic>
        <p:nvPicPr>
          <p:cNvPr id="3" name="Graphic 2">
            <a:extLst>
              <a:ext uri="{FF2B5EF4-FFF2-40B4-BE49-F238E27FC236}">
                <a16:creationId xmlns:a16="http://schemas.microsoft.com/office/drawing/2014/main" id="{C66A9CC7-E7E2-F040-722A-ED534B3C23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81962" y="513634"/>
            <a:ext cx="7228075" cy="5830732"/>
          </a:xfrm>
          <a:prstGeom prst="rect">
            <a:avLst/>
          </a:prstGeom>
        </p:spPr>
      </p:pic>
    </p:spTree>
    <p:extLst>
      <p:ext uri="{BB962C8B-B14F-4D97-AF65-F5344CB8AC3E}">
        <p14:creationId xmlns:p14="http://schemas.microsoft.com/office/powerpoint/2010/main" val="281571154"/>
      </p:ext>
    </p:extLst>
  </p:cSld>
  <p:clrMapOvr>
    <a:masterClrMapping/>
  </p:clrMapOvr>
  <mc:AlternateContent xmlns:mc="http://schemas.openxmlformats.org/markup-compatibility/2006">
    <mc:Choice xmlns:p14="http://schemas.microsoft.com/office/powerpoint/2010/main" Requires="p14">
      <p:transition spd="med" p14:dur="700" advTm="11780">
        <p:fade/>
      </p:transition>
    </mc:Choice>
    <mc:Fallback>
      <p:transition spd="med" advTm="1178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R.LTWB">
            <a:extLst>
              <a:ext uri="{FF2B5EF4-FFF2-40B4-BE49-F238E27FC236}">
                <a16:creationId xmlns:a16="http://schemas.microsoft.com/office/drawing/2014/main" id="{53890116-9DD0-4B6E-828C-F718C5B2A1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LTWB">
            <a:extLst>
              <a:ext uri="{FF2B5EF4-FFF2-40B4-BE49-F238E27FC236}">
                <a16:creationId xmlns:a16="http://schemas.microsoft.com/office/drawing/2014/main" id="{6BA2FBDA-CA80-6FF3-A36F-521B930599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4235" y="128447"/>
            <a:ext cx="9496425" cy="20383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LTWB">
            <a:extLst>
              <a:ext uri="{FF2B5EF4-FFF2-40B4-BE49-F238E27FC236}">
                <a16:creationId xmlns:a16="http://schemas.microsoft.com/office/drawing/2014/main" id="{2C8BB242-AFE4-C947-9F0F-A32217167C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6784" y="2231160"/>
            <a:ext cx="5924550" cy="456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886380"/>
      </p:ext>
    </p:extLst>
  </p:cSld>
  <p:clrMapOvr>
    <a:masterClrMapping/>
  </p:clrMapOvr>
  <mc:AlternateContent xmlns:mc="http://schemas.openxmlformats.org/markup-compatibility/2006">
    <mc:Choice xmlns:p14="http://schemas.microsoft.com/office/powerpoint/2010/main" Requires="p14">
      <p:transition spd="med" p14:dur="700" advTm="9164">
        <p:fade/>
      </p:transition>
    </mc:Choice>
    <mc:Fallback>
      <p:transition spd="med" advTm="9164">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LTWB">
            <a:extLst>
              <a:ext uri="{FF2B5EF4-FFF2-40B4-BE49-F238E27FC236}">
                <a16:creationId xmlns:a16="http://schemas.microsoft.com/office/drawing/2014/main" id="{1BAAC3CE-5897-7E45-01C5-C980A8D256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LTWB">
            <a:extLst>
              <a:ext uri="{FF2B5EF4-FFF2-40B4-BE49-F238E27FC236}">
                <a16:creationId xmlns:a16="http://schemas.microsoft.com/office/drawing/2014/main" id="{6415C376-D6B4-11CE-E7ED-A14A000843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911" y="3228136"/>
            <a:ext cx="7943850"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728189"/>
      </p:ext>
    </p:extLst>
  </p:cSld>
  <p:clrMapOvr>
    <a:masterClrMapping/>
  </p:clrMapOvr>
  <mc:AlternateContent xmlns:mc="http://schemas.openxmlformats.org/markup-compatibility/2006">
    <mc:Choice xmlns:p14="http://schemas.microsoft.com/office/powerpoint/2010/main" Requires="p14">
      <p:transition spd="med" p14:dur="700" advTm="4145">
        <p:fade/>
      </p:transition>
    </mc:Choice>
    <mc:Fallback>
      <p:transition spd="med" advTm="4145">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R.LTWB">
            <a:extLst>
              <a:ext uri="{FF2B5EF4-FFF2-40B4-BE49-F238E27FC236}">
                <a16:creationId xmlns:a16="http://schemas.microsoft.com/office/drawing/2014/main" id="{73DCF917-0620-3B79-E828-46E6EEE7C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LTWB">
            <a:extLst>
              <a:ext uri="{FF2B5EF4-FFF2-40B4-BE49-F238E27FC236}">
                <a16:creationId xmlns:a16="http://schemas.microsoft.com/office/drawing/2014/main" id="{6044830B-C3F3-B11A-E2DE-4ECEFF3AEB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8051" y="3156417"/>
            <a:ext cx="7943850"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675994"/>
      </p:ext>
    </p:extLst>
  </p:cSld>
  <p:clrMapOvr>
    <a:masterClrMapping/>
  </p:clrMapOvr>
  <mc:AlternateContent xmlns:mc="http://schemas.openxmlformats.org/markup-compatibility/2006">
    <mc:Choice xmlns:p14="http://schemas.microsoft.com/office/powerpoint/2010/main" Requires="p14">
      <p:transition spd="med" p14:dur="700" advTm="3422">
        <p:fade/>
      </p:transition>
    </mc:Choice>
    <mc:Fallback>
      <p:transition spd="med" advTm="3422">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LTWB">
            <a:extLst>
              <a:ext uri="{FF2B5EF4-FFF2-40B4-BE49-F238E27FC236}">
                <a16:creationId xmlns:a16="http://schemas.microsoft.com/office/drawing/2014/main" id="{AE7380FA-40CB-9490-ED57-47B7F298FE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R.LTWB">
            <a:extLst>
              <a:ext uri="{FF2B5EF4-FFF2-40B4-BE49-F238E27FC236}">
                <a16:creationId xmlns:a16="http://schemas.microsoft.com/office/drawing/2014/main" id="{2CB83A96-DF41-5FC4-4DED-497BC5A4AB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9087" y="3156417"/>
            <a:ext cx="7943850"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826725"/>
      </p:ext>
    </p:extLst>
  </p:cSld>
  <p:clrMapOvr>
    <a:masterClrMapping/>
  </p:clrMapOvr>
  <mc:AlternateContent xmlns:mc="http://schemas.openxmlformats.org/markup-compatibility/2006">
    <mc:Choice xmlns:p14="http://schemas.microsoft.com/office/powerpoint/2010/main" Requires="p14">
      <p:transition spd="med" p14:dur="700" advTm="5777">
        <p:fade/>
      </p:transition>
    </mc:Choice>
    <mc:Fallback>
      <p:transition spd="med" advTm="5777">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R.LTWB">
            <a:extLst>
              <a:ext uri="{FF2B5EF4-FFF2-40B4-BE49-F238E27FC236}">
                <a16:creationId xmlns:a16="http://schemas.microsoft.com/office/drawing/2014/main" id="{FA44903C-A9B7-4731-1C9F-B2005693FB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6898963"/>
      </p:ext>
    </p:extLst>
  </p:cSld>
  <p:clrMapOvr>
    <a:masterClrMapping/>
  </p:clrMapOvr>
  <mc:AlternateContent xmlns:mc="http://schemas.openxmlformats.org/markup-compatibility/2006">
    <mc:Choice xmlns:p14="http://schemas.microsoft.com/office/powerpoint/2010/main" Requires="p14">
      <p:transition spd="med" p14:dur="700" advTm="6635">
        <p:fade/>
      </p:transition>
    </mc:Choice>
    <mc:Fallback>
      <p:transition spd="med" advTm="6635">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R.LTWB">
            <a:extLst>
              <a:ext uri="{FF2B5EF4-FFF2-40B4-BE49-F238E27FC236}">
                <a16:creationId xmlns:a16="http://schemas.microsoft.com/office/drawing/2014/main" id="{E1B4D70A-92BF-09EF-66E8-13D0DA0D2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20" y="71999"/>
            <a:ext cx="5924550" cy="45624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R.LTWB">
            <a:extLst>
              <a:ext uri="{FF2B5EF4-FFF2-40B4-BE49-F238E27FC236}">
                <a16:creationId xmlns:a16="http://schemas.microsoft.com/office/drawing/2014/main" id="{FE6A54FA-3819-0269-C08B-7CDD8AC925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9790" y="2191592"/>
            <a:ext cx="596265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312807"/>
      </p:ext>
    </p:extLst>
  </p:cSld>
  <p:clrMapOvr>
    <a:masterClrMapping/>
  </p:clrMapOvr>
  <mc:AlternateContent xmlns:mc="http://schemas.openxmlformats.org/markup-compatibility/2006">
    <mc:Choice xmlns:p14="http://schemas.microsoft.com/office/powerpoint/2010/main" Requires="p14">
      <p:transition spd="med" p14:dur="700" advTm="7857">
        <p:fade/>
      </p:transition>
    </mc:Choice>
    <mc:Fallback>
      <p:transition spd="med" advTm="7857">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043914-7E9F-7549-4DBF-FDBB52649E18}"/>
              </a:ext>
            </a:extLst>
          </p:cNvPr>
          <p:cNvPicPr>
            <a:picLocks noChangeAspect="1"/>
          </p:cNvPicPr>
          <p:nvPr/>
        </p:nvPicPr>
        <p:blipFill>
          <a:blip r:embed="rId3"/>
          <a:stretch>
            <a:fillRect/>
          </a:stretch>
        </p:blipFill>
        <p:spPr>
          <a:xfrm>
            <a:off x="1117969" y="742791"/>
            <a:ext cx="9956061" cy="5372417"/>
          </a:xfrm>
          <a:prstGeom prst="rect">
            <a:avLst/>
          </a:prstGeom>
        </p:spPr>
      </p:pic>
    </p:spTree>
    <p:extLst>
      <p:ext uri="{BB962C8B-B14F-4D97-AF65-F5344CB8AC3E}">
        <p14:creationId xmlns:p14="http://schemas.microsoft.com/office/powerpoint/2010/main" val="239420260"/>
      </p:ext>
    </p:extLst>
  </p:cSld>
  <p:clrMapOvr>
    <a:masterClrMapping/>
  </p:clrMapOvr>
  <mc:AlternateContent xmlns:mc="http://schemas.openxmlformats.org/markup-compatibility/2006">
    <mc:Choice xmlns:p14="http://schemas.microsoft.com/office/powerpoint/2010/main" Requires="p14">
      <p:transition spd="med" p14:dur="700" advTm="9711">
        <p:fade/>
      </p:transition>
    </mc:Choice>
    <mc:Fallback>
      <p:transition spd="med" advTm="971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R.LTWB">
            <a:extLst>
              <a:ext uri="{FF2B5EF4-FFF2-40B4-BE49-F238E27FC236}">
                <a16:creationId xmlns:a16="http://schemas.microsoft.com/office/drawing/2014/main" id="{644B1183-1BCA-9848-002D-EF03E7BA2C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R.LTWB">
            <a:extLst>
              <a:ext uri="{FF2B5EF4-FFF2-40B4-BE49-F238E27FC236}">
                <a16:creationId xmlns:a16="http://schemas.microsoft.com/office/drawing/2014/main" id="{97595668-3CAF-A8B2-3E6D-3E166B3109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271" y="2704260"/>
            <a:ext cx="9496425" cy="376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884252"/>
      </p:ext>
    </p:extLst>
  </p:cSld>
  <p:clrMapOvr>
    <a:masterClrMapping/>
  </p:clrMapOvr>
  <mc:AlternateContent xmlns:mc="http://schemas.openxmlformats.org/markup-compatibility/2006">
    <mc:Choice xmlns:p14="http://schemas.microsoft.com/office/powerpoint/2010/main" Requires="p14">
      <p:transition spd="med" p14:dur="700" advTm="9820">
        <p:fade/>
      </p:transition>
    </mc:Choice>
    <mc:Fallback>
      <p:transition spd="med" advTm="982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R.LTWB">
            <a:extLst>
              <a:ext uri="{FF2B5EF4-FFF2-40B4-BE49-F238E27FC236}">
                <a16:creationId xmlns:a16="http://schemas.microsoft.com/office/drawing/2014/main" id="{8C836DE5-C56B-AD81-07CA-860770B26B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916097"/>
      </p:ext>
    </p:extLst>
  </p:cSld>
  <p:clrMapOvr>
    <a:masterClrMapping/>
  </p:clrMapOvr>
  <mc:AlternateContent xmlns:mc="http://schemas.openxmlformats.org/markup-compatibility/2006">
    <mc:Choice xmlns:p14="http://schemas.microsoft.com/office/powerpoint/2010/main" Requires="p14">
      <p:transition spd="med" p14:dur="700" advTm="10706">
        <p:fade/>
      </p:transition>
    </mc:Choice>
    <mc:Fallback>
      <p:transition spd="med" advTm="10706">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R.LTWB">
            <a:extLst>
              <a:ext uri="{FF2B5EF4-FFF2-40B4-BE49-F238E27FC236}">
                <a16:creationId xmlns:a16="http://schemas.microsoft.com/office/drawing/2014/main" id="{0A8F8058-5EF3-C28A-E092-CF6F6F33D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87099"/>
      </p:ext>
    </p:extLst>
  </p:cSld>
  <p:clrMapOvr>
    <a:masterClrMapping/>
  </p:clrMapOvr>
  <mc:AlternateContent xmlns:mc="http://schemas.openxmlformats.org/markup-compatibility/2006">
    <mc:Choice xmlns:p14="http://schemas.microsoft.com/office/powerpoint/2010/main" Requires="p14">
      <p:transition spd="med" p14:dur="700" advTm="8112">
        <p:fade/>
      </p:transition>
    </mc:Choice>
    <mc:Fallback>
      <p:transition spd="med" advTm="8112">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F1C5F-080A-39E7-EE8E-E3BC1FA08D55}"/>
              </a:ext>
            </a:extLst>
          </p:cNvPr>
          <p:cNvSpPr txBox="1">
            <a:spLocks/>
          </p:cNvSpPr>
          <p:nvPr/>
        </p:nvSpPr>
        <p:spPr>
          <a:xfrm>
            <a:off x="1402276" y="3120286"/>
            <a:ext cx="9387447" cy="617427"/>
          </a:xfrm>
          <a:prstGeom prst="rect">
            <a:avLst/>
          </a:prstGeom>
        </p:spPr>
        <p:txBody>
          <a:bodyPr vert="horz" lIns="91440" tIns="45720" rIns="91440" bIns="45720" rtlCol="0" anchor="b"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ES" sz="3200" dirty="0">
                <a:latin typeface="Segoe UI" panose="020B0502040204020203" pitchFamily="34" charset="0"/>
                <a:ea typeface="Calibri" panose="020F0502020204030204" pitchFamily="34" charset="0"/>
                <a:cs typeface="Segoe UI" panose="020B0502040204020203" pitchFamily="34" charset="0"/>
              </a:rPr>
              <a:t>Actividades</a:t>
            </a:r>
            <a:r>
              <a:rPr lang="es-ES" sz="3200" b="1" dirty="0">
                <a:latin typeface="Segoe UI" panose="020B0502040204020203" pitchFamily="34" charset="0"/>
                <a:ea typeface="Calibri" panose="020F0502020204030204" pitchFamily="34" charset="0"/>
                <a:cs typeface="Segoe UI" panose="020B0502040204020203" pitchFamily="34" charset="0"/>
              </a:rPr>
              <a:t> complementarias</a:t>
            </a:r>
            <a:endParaRPr lang="en-US" sz="3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29131747"/>
      </p:ext>
    </p:extLst>
  </p:cSld>
  <p:clrMapOvr>
    <a:masterClrMapping/>
  </p:clrMapOvr>
  <mc:AlternateContent xmlns:mc="http://schemas.openxmlformats.org/markup-compatibility/2006">
    <mc:Choice xmlns:p14="http://schemas.microsoft.com/office/powerpoint/2010/main" Requires="p14">
      <p:transition spd="med" p14:dur="700" advTm="3320">
        <p:fade/>
      </p:transition>
    </mc:Choice>
    <mc:Fallback>
      <p:transition spd="med" advTm="332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A27D5E8D-9945-76BF-9902-32BFD1840804}"/>
              </a:ext>
            </a:extLst>
          </p:cNvPr>
          <p:cNvSpPr>
            <a:spLocks noGrp="1"/>
          </p:cNvSpPr>
          <p:nvPr>
            <p:ph type="title"/>
          </p:nvPr>
        </p:nvSpPr>
        <p:spPr>
          <a:xfrm>
            <a:off x="2401703" y="2758888"/>
            <a:ext cx="7388593" cy="1481418"/>
          </a:xfrm>
        </p:spPr>
        <p:txBody>
          <a:bodyPr anchor="t" anchorCtr="0">
            <a:noAutofit/>
          </a:bodyPr>
          <a:lstStyle/>
          <a:p>
            <a:pPr algn="ctr"/>
            <a:r>
              <a:rPr lang="es-CO" sz="2400" dirty="0">
                <a:effectLst/>
                <a:latin typeface="Segoe UI" panose="020B0502040204020203" pitchFamily="34" charset="0"/>
                <a:ea typeface="Calibri" panose="020F0502020204030204" pitchFamily="34" charset="0"/>
                <a:cs typeface="Segoe UI" panose="020B0502040204020203" pitchFamily="34" charset="0"/>
              </a:rPr>
              <a:t>En la guía de clase, se encuentran listadas las </a:t>
            </a:r>
            <a:r>
              <a:rPr lang="es-CO" sz="2400" b="1" dirty="0">
                <a:effectLst/>
                <a:latin typeface="Segoe UI" panose="020B0502040204020203" pitchFamily="34" charset="0"/>
                <a:ea typeface="Calibri" panose="020F0502020204030204" pitchFamily="34" charset="0"/>
                <a:cs typeface="Segoe UI" panose="020B0502040204020203" pitchFamily="34" charset="0"/>
              </a:rPr>
              <a:t>actividades adicionales</a:t>
            </a:r>
            <a:r>
              <a:rPr lang="es-CO" sz="2400" dirty="0">
                <a:effectLst/>
                <a:latin typeface="Segoe UI" panose="020B0502040204020203" pitchFamily="34" charset="0"/>
                <a:ea typeface="Calibri" panose="020F0502020204030204" pitchFamily="34" charset="0"/>
                <a:cs typeface="Segoe UI" panose="020B0502040204020203" pitchFamily="34" charset="0"/>
              </a:rPr>
              <a:t> que los estudiantes deben desarrollar y documentar para </a:t>
            </a:r>
            <a:r>
              <a:rPr lang="es-CO" sz="2400" b="1" dirty="0">
                <a:effectLst/>
                <a:latin typeface="Segoe UI" panose="020B0502040204020203" pitchFamily="34" charset="0"/>
                <a:ea typeface="Calibri" panose="020F0502020204030204" pitchFamily="34" charset="0"/>
                <a:cs typeface="Segoe UI" panose="020B0502040204020203" pitchFamily="34" charset="0"/>
              </a:rPr>
              <a:t>complementar</a:t>
            </a:r>
            <a:r>
              <a:rPr lang="es-CO" sz="2400" dirty="0">
                <a:effectLst/>
                <a:latin typeface="Segoe UI" panose="020B0502040204020203" pitchFamily="34" charset="0"/>
                <a:ea typeface="Calibri" panose="020F0502020204030204" pitchFamily="34" charset="0"/>
                <a:cs typeface="Segoe UI" panose="020B0502040204020203" pitchFamily="34" charset="0"/>
              </a:rPr>
              <a:t> los </a:t>
            </a:r>
            <a:r>
              <a:rPr lang="es-CO" sz="2400" b="1" dirty="0">
                <a:effectLst/>
                <a:latin typeface="Segoe UI" panose="020B0502040204020203" pitchFamily="34" charset="0"/>
                <a:ea typeface="Calibri" panose="020F0502020204030204" pitchFamily="34" charset="0"/>
                <a:cs typeface="Segoe UI" panose="020B0502040204020203" pitchFamily="34" charset="0"/>
              </a:rPr>
              <a:t>conocimientos y alcances</a:t>
            </a:r>
            <a:r>
              <a:rPr lang="es-CO" sz="2400" dirty="0">
                <a:effectLst/>
                <a:latin typeface="Segoe UI" panose="020B0502040204020203" pitchFamily="34" charset="0"/>
                <a:ea typeface="Calibri" panose="020F0502020204030204" pitchFamily="34" charset="0"/>
                <a:cs typeface="Segoe UI" panose="020B0502040204020203" pitchFamily="34" charset="0"/>
              </a:rPr>
              <a:t> definidos en este curso.</a:t>
            </a:r>
            <a:br>
              <a:rPr lang="es-CO" sz="2400" dirty="0">
                <a:effectLst/>
                <a:latin typeface="Segoe UI" panose="020B0502040204020203" pitchFamily="34" charset="0"/>
                <a:ea typeface="Calibri" panose="020F0502020204030204" pitchFamily="34" charset="0"/>
                <a:cs typeface="Segoe UI" panose="020B0502040204020203" pitchFamily="34" charset="0"/>
              </a:rPr>
            </a:br>
            <a:endParaRPr lang="es-CO" sz="2400" dirty="0">
              <a:effectLst/>
              <a:latin typeface="Segoe UI" panose="020B0502040204020203" pitchFamily="34" charset="0"/>
              <a:ea typeface="Calibri" panose="020F0502020204030204" pitchFamily="34" charset="0"/>
              <a:cs typeface="Segoe UI" panose="020B0502040204020203" pitchFamily="34" charset="0"/>
            </a:endParaRPr>
          </a:p>
        </p:txBody>
      </p:sp>
      <p:pic>
        <p:nvPicPr>
          <p:cNvPr id="3" name="Graphic 2" descr="Pencil outline">
            <a:extLst>
              <a:ext uri="{FF2B5EF4-FFF2-40B4-BE49-F238E27FC236}">
                <a16:creationId xmlns:a16="http://schemas.microsoft.com/office/drawing/2014/main" id="{5F08D159-B017-469F-903F-B7D69E2885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35999" y="2038888"/>
            <a:ext cx="720000" cy="720000"/>
          </a:xfrm>
          <a:prstGeom prst="rect">
            <a:avLst/>
          </a:prstGeom>
        </p:spPr>
      </p:pic>
    </p:spTree>
    <p:extLst>
      <p:ext uri="{BB962C8B-B14F-4D97-AF65-F5344CB8AC3E}">
        <p14:creationId xmlns:p14="http://schemas.microsoft.com/office/powerpoint/2010/main" val="151575987"/>
      </p:ext>
    </p:extLst>
  </p:cSld>
  <p:clrMapOvr>
    <a:masterClrMapping/>
  </p:clrMapOvr>
  <mc:AlternateContent xmlns:mc="http://schemas.openxmlformats.org/markup-compatibility/2006">
    <mc:Choice xmlns:p14="http://schemas.microsoft.com/office/powerpoint/2010/main" Requires="p14">
      <p:transition spd="med" p14:dur="700" advTm="9706">
        <p:fade/>
      </p:transition>
    </mc:Choice>
    <mc:Fallback>
      <p:transition spd="med" advTm="9706">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A27D5E8D-9945-76BF-9902-32BFD1840804}"/>
              </a:ext>
            </a:extLst>
          </p:cNvPr>
          <p:cNvSpPr>
            <a:spLocks noGrp="1"/>
          </p:cNvSpPr>
          <p:nvPr>
            <p:ph type="title"/>
          </p:nvPr>
        </p:nvSpPr>
        <p:spPr>
          <a:xfrm>
            <a:off x="1955518" y="3017884"/>
            <a:ext cx="8280964" cy="1374822"/>
          </a:xfrm>
        </p:spPr>
        <p:txBody>
          <a:bodyPr anchor="t" anchorCtr="0">
            <a:normAutofit fontScale="90000"/>
          </a:bodyPr>
          <a:lstStyle/>
          <a:p>
            <a:pPr algn="ctr"/>
            <a:r>
              <a:rPr lang="es-CO" sz="2400" i="1"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Para completar los mapas de acumulación de flujo, consulta la guía de clase detallada de esta actividad. Si necesitas ayuda, da clic en el enlace Ayuda o Colabora, que se encuentra en el enlace adjunto de la descripción.</a:t>
            </a:r>
          </a:p>
        </p:txBody>
      </p:sp>
      <p:pic>
        <p:nvPicPr>
          <p:cNvPr id="7" name="Graphic 6" descr="Brain in head outline">
            <a:extLst>
              <a:ext uri="{FF2B5EF4-FFF2-40B4-BE49-F238E27FC236}">
                <a16:creationId xmlns:a16="http://schemas.microsoft.com/office/drawing/2014/main" id="{558C73EA-685A-D995-6DC5-F9B5971A5A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800" y="2103484"/>
            <a:ext cx="914400" cy="914400"/>
          </a:xfrm>
          <a:prstGeom prst="rect">
            <a:avLst/>
          </a:prstGeom>
        </p:spPr>
      </p:pic>
    </p:spTree>
    <p:extLst>
      <p:ext uri="{BB962C8B-B14F-4D97-AF65-F5344CB8AC3E}">
        <p14:creationId xmlns:p14="http://schemas.microsoft.com/office/powerpoint/2010/main" val="3764854102"/>
      </p:ext>
    </p:extLst>
  </p:cSld>
  <p:clrMapOvr>
    <a:masterClrMapping/>
  </p:clrMapOvr>
  <mc:AlternateContent xmlns:mc="http://schemas.openxmlformats.org/markup-compatibility/2006">
    <mc:Choice xmlns:p14="http://schemas.microsoft.com/office/powerpoint/2010/main" Requires="p14">
      <p:transition spd="med" p14:dur="700" advTm="7398">
        <p:fade/>
      </p:transition>
    </mc:Choice>
    <mc:Fallback>
      <p:transition spd="med" advTm="7398">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B25DE-F807-950C-2C5E-1A42B7358CFE}"/>
              </a:ext>
            </a:extLst>
          </p:cNvPr>
          <p:cNvSpPr>
            <a:spLocks noGrp="1"/>
          </p:cNvSpPr>
          <p:nvPr>
            <p:ph type="title"/>
          </p:nvPr>
        </p:nvSpPr>
        <p:spPr>
          <a:xfrm>
            <a:off x="0" y="5227320"/>
            <a:ext cx="12192000" cy="457200"/>
          </a:xfrm>
        </p:spPr>
        <p:txBody>
          <a:bodyPr anchor="t" anchorCtr="0">
            <a:noAutofit/>
          </a:bodyPr>
          <a:lstStyle/>
          <a:p>
            <a:pPr algn="ctr"/>
            <a:r>
              <a:rPr lang="es-ES" sz="2000" dirty="0">
                <a:solidFill>
                  <a:schemeClr val="bg1">
                    <a:lumMod val="25000"/>
                  </a:schemeClr>
                </a:solidFill>
                <a:latin typeface="+mn-lt"/>
                <a:ea typeface="Segoe UI Black" panose="020B0A02040204020203" pitchFamily="34" charset="0"/>
                <a:cs typeface="Segoe UI" panose="020B0502040204020203" pitchFamily="34" charset="0"/>
              </a:rPr>
              <a:t>github.com/rcfdtools</a:t>
            </a:r>
          </a:p>
        </p:txBody>
      </p:sp>
      <p:sp>
        <p:nvSpPr>
          <p:cNvPr id="10" name="Oval 9">
            <a:extLst>
              <a:ext uri="{FF2B5EF4-FFF2-40B4-BE49-F238E27FC236}">
                <a16:creationId xmlns:a16="http://schemas.microsoft.com/office/drawing/2014/main" id="{2A7AB407-904A-E151-6C67-5DFCB5F840AF}"/>
              </a:ext>
            </a:extLst>
          </p:cNvPr>
          <p:cNvSpPr>
            <a:spLocks noChangeAspect="1"/>
          </p:cNvSpPr>
          <p:nvPr/>
        </p:nvSpPr>
        <p:spPr>
          <a:xfrm>
            <a:off x="4296000" y="1627320"/>
            <a:ext cx="3600000" cy="360000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6149539"/>
      </p:ext>
    </p:extLst>
  </p:cSld>
  <p:clrMapOvr>
    <a:masterClrMapping/>
  </p:clrMapOvr>
  <mc:AlternateContent xmlns:mc="http://schemas.openxmlformats.org/markup-compatibility/2006">
    <mc:Choice xmlns:p14="http://schemas.microsoft.com/office/powerpoint/2010/main" Requires="p14">
      <p:transition spd="med" p14:dur="700" advTm="5483">
        <p:fade/>
      </p:transition>
    </mc:Choice>
    <mc:Fallback>
      <p:transition spd="med" advTm="548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10"/>
                                        </p:tgtEl>
                                        <p:attrNameLst>
                                          <p:attrName>r</p:attrName>
                                        </p:attrNameLst>
                                      </p:cBhvr>
                                    </p:animRot>
                                    <p:animRot by="-240000">
                                      <p:cBhvr>
                                        <p:cTn id="7" dur="400" fill="hold">
                                          <p:stCondLst>
                                            <p:cond delay="400"/>
                                          </p:stCondLst>
                                        </p:cTn>
                                        <p:tgtEl>
                                          <p:spTgt spid="10"/>
                                        </p:tgtEl>
                                        <p:attrNameLst>
                                          <p:attrName>r</p:attrName>
                                        </p:attrNameLst>
                                      </p:cBhvr>
                                    </p:animRot>
                                    <p:animRot by="240000">
                                      <p:cBhvr>
                                        <p:cTn id="8" dur="400" fill="hold">
                                          <p:stCondLst>
                                            <p:cond delay="800"/>
                                          </p:stCondLst>
                                        </p:cTn>
                                        <p:tgtEl>
                                          <p:spTgt spid="10"/>
                                        </p:tgtEl>
                                        <p:attrNameLst>
                                          <p:attrName>r</p:attrName>
                                        </p:attrNameLst>
                                      </p:cBhvr>
                                    </p:animRot>
                                    <p:animRot by="-240000">
                                      <p:cBhvr>
                                        <p:cTn id="9" dur="400" fill="hold">
                                          <p:stCondLst>
                                            <p:cond delay="1200"/>
                                          </p:stCondLst>
                                        </p:cTn>
                                        <p:tgtEl>
                                          <p:spTgt spid="10"/>
                                        </p:tgtEl>
                                        <p:attrNameLst>
                                          <p:attrName>r</p:attrName>
                                        </p:attrNameLst>
                                      </p:cBhvr>
                                    </p:animRot>
                                    <p:animRot by="120000">
                                      <p:cBhvr>
                                        <p:cTn id="10" dur="400" fill="hold">
                                          <p:stCondLst>
                                            <p:cond delay="16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theme/theme1.xml><?xml version="1.0" encoding="utf-8"?>
<a:theme xmlns:a="http://schemas.openxmlformats.org/drawingml/2006/main" name="Tema de R.TeachingResearchGuide">
  <a:themeElements>
    <a:clrScheme name="R.TeachingResearchGuide">
      <a:dk1>
        <a:sysClr val="windowText" lastClr="000000"/>
      </a:dk1>
      <a:lt1>
        <a:srgbClr val="F8F8F8"/>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990000"/>
      </a:hlink>
      <a:folHlink>
        <a:srgbClr val="919191"/>
      </a:folHlink>
    </a:clrScheme>
    <a:fontScheme name="R.TeachingResearchGuide">
      <a:majorFont>
        <a:latin typeface="Segoe UI Light"/>
        <a:ea typeface=""/>
        <a:cs typeface=""/>
      </a:majorFont>
      <a:minorFont>
        <a:latin typeface="Segoe UI Light"/>
        <a:ea typeface=""/>
        <a:cs typeface=""/>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id="{5A35A6FC-B87C-4B67-9B88-2A7DF7702ABE}" vid="{05B25DEA-0386-406F-A99F-5BE9D4B84DC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bookType xmlns="bf3e1746-bde1-4d6e-9c3f-7182572f7502" xsi:nil="true"/>
    <CultureName xmlns="bf3e1746-bde1-4d6e-9c3f-7182572f7502" xsi:nil="true"/>
    <Students xmlns="bf3e1746-bde1-4d6e-9c3f-7182572f7502">
      <UserInfo>
        <DisplayName/>
        <AccountId xsi:nil="true"/>
        <AccountType/>
      </UserInfo>
    </Students>
    <Distribution_Groups xmlns="bf3e1746-bde1-4d6e-9c3f-7182572f7502" xsi:nil="true"/>
    <FolderType xmlns="bf3e1746-bde1-4d6e-9c3f-7182572f7502" xsi:nil="true"/>
    <Student_Groups xmlns="bf3e1746-bde1-4d6e-9c3f-7182572f7502">
      <UserInfo>
        <DisplayName/>
        <AccountId xsi:nil="true"/>
        <AccountType/>
      </UserInfo>
    </Student_Groups>
    <Self_Registration_Enabled xmlns="bf3e1746-bde1-4d6e-9c3f-7182572f7502" xsi:nil="true"/>
    <TeamsChannelId xmlns="bf3e1746-bde1-4d6e-9c3f-7182572f7502" xsi:nil="true"/>
    <IsNotebookLocked xmlns="bf3e1746-bde1-4d6e-9c3f-7182572f7502" xsi:nil="true"/>
    <DefaultSectionNames xmlns="bf3e1746-bde1-4d6e-9c3f-7182572f7502" xsi:nil="true"/>
    <Is_Collaboration_Space_Locked xmlns="bf3e1746-bde1-4d6e-9c3f-7182572f7502" xsi:nil="true"/>
    <Invited_Teachers xmlns="bf3e1746-bde1-4d6e-9c3f-7182572f7502" xsi:nil="true"/>
    <Math_Settings xmlns="bf3e1746-bde1-4d6e-9c3f-7182572f7502" xsi:nil="true"/>
    <Templates xmlns="bf3e1746-bde1-4d6e-9c3f-7182572f7502" xsi:nil="true"/>
    <Has_Teacher_Only_SectionGroup xmlns="bf3e1746-bde1-4d6e-9c3f-7182572f7502" xsi:nil="true"/>
    <AppVersion xmlns="bf3e1746-bde1-4d6e-9c3f-7182572f7502" xsi:nil="true"/>
    <Invited_Students xmlns="bf3e1746-bde1-4d6e-9c3f-7182572f7502" xsi:nil="true"/>
    <Owner xmlns="bf3e1746-bde1-4d6e-9c3f-7182572f7502">
      <UserInfo>
        <DisplayName/>
        <AccountId xsi:nil="true"/>
        <AccountType/>
      </UserInfo>
    </Owner>
    <Teachers xmlns="bf3e1746-bde1-4d6e-9c3f-7182572f7502">
      <UserInfo>
        <DisplayName/>
        <AccountId xsi:nil="true"/>
        <AccountType/>
      </UserInfo>
    </Teachers>
    <LMS_Mappings xmlns="bf3e1746-bde1-4d6e-9c3f-7182572f750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089011499791B4EB69D0A56FFA67F2B" ma:contentTypeVersion="30" ma:contentTypeDescription="Create a new document." ma:contentTypeScope="" ma:versionID="f76dc847e91b26043a9f85409c9c8da8">
  <xsd:schema xmlns:xsd="http://www.w3.org/2001/XMLSchema" xmlns:xs="http://www.w3.org/2001/XMLSchema" xmlns:p="http://schemas.microsoft.com/office/2006/metadata/properties" xmlns:ns3="bf3e1746-bde1-4d6e-9c3f-7182572f7502" xmlns:ns4="14224164-2045-4b51-92bb-313d0f626d83" targetNamespace="http://schemas.microsoft.com/office/2006/metadata/properties" ma:root="true" ma:fieldsID="e77e75136ac7a83ebab10a30c2d6fe6c" ns3:_="" ns4:_="">
    <xsd:import namespace="bf3e1746-bde1-4d6e-9c3f-7182572f7502"/>
    <xsd:import namespace="14224164-2045-4b51-92bb-313d0f626d83"/>
    <xsd:element name="properties">
      <xsd:complexType>
        <xsd:sequence>
          <xsd:element name="documentManagement">
            <xsd:complexType>
              <xsd:all>
                <xsd:element ref="ns3:MediaServiceMetadata" minOccurs="0"/>
                <xsd:element ref="ns3:MediaServiceFastMetadata"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3e1746-bde1-4d6e-9c3f-7182572f75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bookType" ma:index="10" nillable="true" ma:displayName="Notebook Type" ma:internalName="NotebookType">
      <xsd:simpleType>
        <xsd:restriction base="dms:Text"/>
      </xsd:simpleType>
    </xsd:element>
    <xsd:element name="FolderType" ma:index="11" nillable="true" ma:displayName="Folder Type" ma:internalName="FolderType">
      <xsd:simpleType>
        <xsd:restriction base="dms:Text"/>
      </xsd:simpleType>
    </xsd:element>
    <xsd:element name="CultureName" ma:index="12" nillable="true" ma:displayName="Culture Name" ma:internalName="CultureName">
      <xsd:simpleType>
        <xsd:restriction base="dms:Text"/>
      </xsd:simpleType>
    </xsd:element>
    <xsd:element name="AppVersion" ma:index="13" nillable="true" ma:displayName="App Version" ma:internalName="AppVersion">
      <xsd:simpleType>
        <xsd:restriction base="dms:Text"/>
      </xsd:simpleType>
    </xsd:element>
    <xsd:element name="TeamsChannelId" ma:index="14" nillable="true" ma:displayName="Teams Channel Id" ma:internalName="TeamsChannelId">
      <xsd:simpleType>
        <xsd:restriction base="dms:Text"/>
      </xsd:simpleType>
    </xsd:element>
    <xsd:element name="Owner" ma:index="1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6" nillable="true" ma:displayName="Math Settings" ma:internalName="Math_Settings">
      <xsd:simpleType>
        <xsd:restriction base="dms:Text"/>
      </xsd:simpleType>
    </xsd:element>
    <xsd:element name="DefaultSectionNames" ma:index="17" nillable="true" ma:displayName="Default Section Names" ma:internalName="DefaultSectionNames">
      <xsd:simpleType>
        <xsd:restriction base="dms:Note">
          <xsd:maxLength value="255"/>
        </xsd:restriction>
      </xsd:simpleType>
    </xsd:element>
    <xsd:element name="Templates" ma:index="18" nillable="true" ma:displayName="Templates" ma:internalName="Templates">
      <xsd:simpleType>
        <xsd:restriction base="dms:Note">
          <xsd:maxLength value="255"/>
        </xsd:restriction>
      </xsd:simpleType>
    </xsd:element>
    <xsd:element name="Teachers" ma:index="1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2" nillable="true" ma:displayName="Distribution Groups" ma:internalName="Distribution_Groups">
      <xsd:simpleType>
        <xsd:restriction base="dms:Note">
          <xsd:maxLength value="255"/>
        </xsd:restriction>
      </xsd:simpleType>
    </xsd:element>
    <xsd:element name="LMS_Mappings" ma:index="23" nillable="true" ma:displayName="LMS Mappings" ma:internalName="LMS_Mappings">
      <xsd:simpleType>
        <xsd:restriction base="dms:Note">
          <xsd:maxLength value="255"/>
        </xsd:restriction>
      </xsd:simpleType>
    </xsd:element>
    <xsd:element name="Invited_Teachers" ma:index="24" nillable="true" ma:displayName="Invited Teachers" ma:internalName="Invited_Teachers">
      <xsd:simpleType>
        <xsd:restriction base="dms:Note">
          <xsd:maxLength value="255"/>
        </xsd:restriction>
      </xsd:simpleType>
    </xsd:element>
    <xsd:element name="Invited_Students" ma:index="25" nillable="true" ma:displayName="Invited Students" ma:internalName="Invited_Student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Teacher_Only_SectionGroup" ma:index="27" nillable="true" ma:displayName="Has Teacher Only SectionGroup" ma:internalName="Has_Teacher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AutoTags" ma:index="33" nillable="true" ma:displayName="Tags" ma:internalName="MediaServiceAutoTags" ma:readOnly="true">
      <xsd:simpleType>
        <xsd:restriction base="dms:Text"/>
      </xsd:simpleType>
    </xsd:element>
    <xsd:element name="MediaServiceOCR" ma:index="34" nillable="true" ma:displayName="Extracted Text" ma:internalName="MediaServiceOCR" ma:readOnly="true">
      <xsd:simpleType>
        <xsd:restriction base="dms:Note">
          <xsd:maxLength value="255"/>
        </xsd:restriction>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DateTaken" ma:index="37"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4224164-2045-4b51-92bb-313d0f626d83" elementFormDefault="qualified">
    <xsd:import namespace="http://schemas.microsoft.com/office/2006/documentManagement/types"/>
    <xsd:import namespace="http://schemas.microsoft.com/office/infopath/2007/PartnerControls"/>
    <xsd:element name="SharedWithUsers" ma:index="3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1" nillable="true" ma:displayName="Shared With Details" ma:internalName="SharedWithDetails" ma:readOnly="true">
      <xsd:simpleType>
        <xsd:restriction base="dms:Note">
          <xsd:maxLength value="255"/>
        </xsd:restriction>
      </xsd:simpleType>
    </xsd:element>
    <xsd:element name="SharingHintHash" ma:index="3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DD01B8-816B-49B7-8C81-03AB51D87C54}">
  <ds:schemaRefs>
    <ds:schemaRef ds:uri="http://schemas.microsoft.com/office/2006/metadata/properties"/>
    <ds:schemaRef ds:uri="http://purl.org/dc/dcmitype/"/>
    <ds:schemaRef ds:uri="14224164-2045-4b51-92bb-313d0f626d83"/>
    <ds:schemaRef ds:uri="http://purl.org/dc/terms/"/>
    <ds:schemaRef ds:uri="http://www.w3.org/XML/1998/namespace"/>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bf3e1746-bde1-4d6e-9c3f-7182572f7502"/>
  </ds:schemaRefs>
</ds:datastoreItem>
</file>

<file path=customXml/itemProps2.xml><?xml version="1.0" encoding="utf-8"?>
<ds:datastoreItem xmlns:ds="http://schemas.openxmlformats.org/officeDocument/2006/customXml" ds:itemID="{B024FD56-CE1B-42FC-9E83-BFBF160724C6}">
  <ds:schemaRefs>
    <ds:schemaRef ds:uri="http://schemas.microsoft.com/sharepoint/v3/contenttype/forms"/>
  </ds:schemaRefs>
</ds:datastoreItem>
</file>

<file path=customXml/itemProps3.xml><?xml version="1.0" encoding="utf-8"?>
<ds:datastoreItem xmlns:ds="http://schemas.openxmlformats.org/officeDocument/2006/customXml" ds:itemID="{A129B439-51BE-4A7D-9272-FBD057297E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3e1746-bde1-4d6e-9c3f-7182572f7502"/>
    <ds:schemaRef ds:uri="14224164-2045-4b51-92bb-313d0f626d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Plantilla_PPTX_Videos</Template>
  <TotalTime>1762</TotalTime>
  <Words>243</Words>
  <Application>Microsoft Office PowerPoint</Application>
  <PresentationFormat>Widescreen</PresentationFormat>
  <Paragraphs>31</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Segoe UI</vt:lpstr>
      <vt:lpstr>Segoe UI Light</vt:lpstr>
      <vt:lpstr>Tema de R.TeachingResearchGuide</vt:lpstr>
      <vt:lpstr>Acumulación de Flujo - Flow Accumulation - FAC</vt:lpstr>
      <vt:lpstr>Esta grilla representa para una celda dada, el número de celdas acumuladas aguas arriba de dicha celda. El área de drenaje en cualquier celda puede calcularse multiplicando el valor de acumulación por el área de cada celda</vt:lpstr>
      <vt:lpstr>PowerPoint Presentation</vt:lpstr>
      <vt:lpstr>Crear y validar el mapa de acumulación de celdas.  Calcular el número de celdas y el área de aportación en diferentes localizaciones de muestreo y para diferentes modelos digitales de elevación DEM.</vt:lpstr>
      <vt:lpstr>PowerPoint Presentation</vt:lpstr>
      <vt:lpstr>Convenciones generales en diagramas: clases de entidad en azul, datasets en gris oscuro, grillas en color verde, geo-procesos en rojo, procesos automáticos o semiautomáticos en guiones rojos y procesos manuales en amarillo. Líneas conectoras con guiones corresponden a procedimientos opcionales.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 la guía de clase, se encuentran listadas las actividades adicionales que los estudiantes deben desarrollar y documentar para complementar los conocimientos y alcances definidos en este curso. </vt:lpstr>
      <vt:lpstr>Para completar los mapas de acumulación de flujo, consulta la guía de clase detallada de esta actividad. Si necesitas ayuda, da clic en el enlace Ayuda o Colabora, que se encuentra en el enlace adjunto de la descripción.</vt:lpstr>
      <vt:lpstr>github.com/rcfdtools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JUAN DAVID RODRIGUEZ ACEVEDO</dc:creator>
  <cp:lastModifiedBy>WILLIAM RICARDO AGUILAR PIÑA</cp:lastModifiedBy>
  <cp:revision>120</cp:revision>
  <dcterms:created xsi:type="dcterms:W3CDTF">2022-08-04T19:07:18Z</dcterms:created>
  <dcterms:modified xsi:type="dcterms:W3CDTF">2023-02-01T20:45:07Z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0x010100C089011499791B4EB69D0A56FFA67F2B</vt:lpwstr>
  </property>
  <property fmtid="{D5CDD505-2E9C-101B-9397-08002B2CF9AE}" pid="3" name="Order">
    <vt:r8>74062900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